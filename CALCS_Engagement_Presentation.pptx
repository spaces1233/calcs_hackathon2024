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5" r:id="rId1"/>
  </p:sldMasterIdLst>
  <p:notesMasterIdLst>
    <p:notesMasterId r:id="rId17"/>
  </p:notesMasterIdLst>
  <p:sldIdLst>
    <p:sldId id="256" r:id="rId2"/>
    <p:sldId id="257" r:id="rId3"/>
    <p:sldId id="258" r:id="rId4"/>
    <p:sldId id="259" r:id="rId5"/>
    <p:sldId id="260" r:id="rId6"/>
    <p:sldId id="261" r:id="rId7"/>
    <p:sldId id="262" r:id="rId8"/>
    <p:sldId id="263" r:id="rId9"/>
    <p:sldId id="269" r:id="rId10"/>
    <p:sldId id="264" r:id="rId11"/>
    <p:sldId id="265" r:id="rId12"/>
    <p:sldId id="266" r:id="rId13"/>
    <p:sldId id="270" r:id="rId14"/>
    <p:sldId id="267" r:id="rId15"/>
    <p:sldId id="26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83" autoAdjust="0"/>
    <p:restoredTop sz="94660"/>
  </p:normalViewPr>
  <p:slideViewPr>
    <p:cSldViewPr snapToGrid="0" snapToObjects="1">
      <p:cViewPr varScale="1">
        <p:scale>
          <a:sx n="78" d="100"/>
          <a:sy n="78" d="100"/>
        </p:scale>
        <p:origin x="115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ata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ata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1B7A2C-C1C2-41F6-8A95-C7AE3228CC2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E0AE571-97A4-4914-B7CF-AE7E9B83C42E}">
      <dgm:prSet/>
      <dgm:spPr/>
      <dgm:t>
        <a:bodyPr/>
        <a:lstStyle/>
        <a:p>
          <a:r>
            <a:rPr lang="en-US" b="0" i="0" baseline="0" dirty="0"/>
            <a:t>The Centre for Accessible Learning and Counselling Services (CALCS) at Centennial College is dedicated to supporting student mental health and wellbeing.</a:t>
          </a:r>
          <a:endParaRPr lang="en-US" dirty="0"/>
        </a:p>
      </dgm:t>
    </dgm:pt>
    <dgm:pt modelId="{C8C5210D-25E9-4417-83F9-CE8262B8392B}" type="parTrans" cxnId="{4863445F-82C7-4B3F-9B39-52515E3243E3}">
      <dgm:prSet/>
      <dgm:spPr/>
      <dgm:t>
        <a:bodyPr/>
        <a:lstStyle/>
        <a:p>
          <a:endParaRPr lang="en-US"/>
        </a:p>
      </dgm:t>
    </dgm:pt>
    <dgm:pt modelId="{69355D18-3035-48D5-9BB4-98E9E436C20B}" type="sibTrans" cxnId="{4863445F-82C7-4B3F-9B39-52515E3243E3}">
      <dgm:prSet/>
      <dgm:spPr/>
      <dgm:t>
        <a:bodyPr/>
        <a:lstStyle/>
        <a:p>
          <a:endParaRPr lang="en-US"/>
        </a:p>
      </dgm:t>
    </dgm:pt>
    <dgm:pt modelId="{7C403D52-E2EF-4164-9D28-81417924B53C}">
      <dgm:prSet/>
      <dgm:spPr/>
      <dgm:t>
        <a:bodyPr/>
        <a:lstStyle/>
        <a:p>
          <a:r>
            <a:rPr lang="en-US" b="0" i="0" baseline="0" dirty="0"/>
            <a:t>CALCS offers a range of services tailored to help students thrive academically, emotionally, and personally.</a:t>
          </a:r>
          <a:endParaRPr lang="en-US" dirty="0"/>
        </a:p>
      </dgm:t>
    </dgm:pt>
    <dgm:pt modelId="{E52026FD-BDCA-457C-8D71-5AFC94FBF7CE}" type="parTrans" cxnId="{E4000EA3-0841-465B-9EFF-3E75E5594FDE}">
      <dgm:prSet/>
      <dgm:spPr/>
      <dgm:t>
        <a:bodyPr/>
        <a:lstStyle/>
        <a:p>
          <a:endParaRPr lang="en-US"/>
        </a:p>
      </dgm:t>
    </dgm:pt>
    <dgm:pt modelId="{C512D73F-0D4E-4A0A-9F27-EEB164560E7C}" type="sibTrans" cxnId="{E4000EA3-0841-465B-9EFF-3E75E5594FDE}">
      <dgm:prSet/>
      <dgm:spPr/>
      <dgm:t>
        <a:bodyPr/>
        <a:lstStyle/>
        <a:p>
          <a:endParaRPr lang="en-US"/>
        </a:p>
      </dgm:t>
    </dgm:pt>
    <dgm:pt modelId="{DB846E35-8B62-4464-A970-EA824947E7A4}">
      <dgm:prSet/>
      <dgm:spPr/>
      <dgm:t>
        <a:bodyPr/>
        <a:lstStyle/>
        <a:p>
          <a:r>
            <a:rPr lang="en-US" b="0" i="0" baseline="0" dirty="0"/>
            <a:t>Despite these essential resources, many students remain unaware or hesitant to engage with CALCS.</a:t>
          </a:r>
          <a:endParaRPr lang="en-US" dirty="0"/>
        </a:p>
      </dgm:t>
    </dgm:pt>
    <dgm:pt modelId="{51CFAB56-53DF-45C6-9906-B6757BD6BAF9}" type="parTrans" cxnId="{2AFDBA44-02B2-4007-B19D-C53F8DAE7FE6}">
      <dgm:prSet/>
      <dgm:spPr/>
      <dgm:t>
        <a:bodyPr/>
        <a:lstStyle/>
        <a:p>
          <a:endParaRPr lang="en-US"/>
        </a:p>
      </dgm:t>
    </dgm:pt>
    <dgm:pt modelId="{055D539D-1939-442A-98D3-F4D824649A9A}" type="sibTrans" cxnId="{2AFDBA44-02B2-4007-B19D-C53F8DAE7FE6}">
      <dgm:prSet/>
      <dgm:spPr/>
      <dgm:t>
        <a:bodyPr/>
        <a:lstStyle/>
        <a:p>
          <a:endParaRPr lang="en-US"/>
        </a:p>
      </dgm:t>
    </dgm:pt>
    <dgm:pt modelId="{DF4841F4-A4B1-41F9-B2E4-9F26B39F9DC2}">
      <dgm:prSet/>
      <dgm:spPr/>
      <dgm:t>
        <a:bodyPr/>
        <a:lstStyle/>
        <a:p>
          <a:r>
            <a:rPr lang="en-US" b="0" i="0" baseline="0" dirty="0"/>
            <a:t>This lack of awareness or hesitation limits students' ability to fully benefit from CALCS services. </a:t>
          </a:r>
          <a:endParaRPr lang="en-US" dirty="0"/>
        </a:p>
      </dgm:t>
    </dgm:pt>
    <dgm:pt modelId="{7D99AD02-BB81-4EDA-A926-2AA257F7C86F}" type="parTrans" cxnId="{0360D7A5-0FBE-415A-8E46-E354B9DCC9BA}">
      <dgm:prSet/>
      <dgm:spPr/>
      <dgm:t>
        <a:bodyPr/>
        <a:lstStyle/>
        <a:p>
          <a:endParaRPr lang="en-US"/>
        </a:p>
      </dgm:t>
    </dgm:pt>
    <dgm:pt modelId="{2152979A-D30C-43B0-B149-2A2B6E41AB4D}" type="sibTrans" cxnId="{0360D7A5-0FBE-415A-8E46-E354B9DCC9BA}">
      <dgm:prSet/>
      <dgm:spPr/>
      <dgm:t>
        <a:bodyPr/>
        <a:lstStyle/>
        <a:p>
          <a:endParaRPr lang="en-US"/>
        </a:p>
      </dgm:t>
    </dgm:pt>
    <dgm:pt modelId="{0D622091-C617-49ED-8802-824BE6861C14}" type="pres">
      <dgm:prSet presAssocID="{5E1B7A2C-C1C2-41F6-8A95-C7AE3228CC23}" presName="root" presStyleCnt="0">
        <dgm:presLayoutVars>
          <dgm:dir/>
          <dgm:resizeHandles val="exact"/>
        </dgm:presLayoutVars>
      </dgm:prSet>
      <dgm:spPr/>
    </dgm:pt>
    <dgm:pt modelId="{BDA88BF7-48EF-4FED-823C-A52B5B0080A8}" type="pres">
      <dgm:prSet presAssocID="{7E0AE571-97A4-4914-B7CF-AE7E9B83C42E}" presName="compNode" presStyleCnt="0"/>
      <dgm:spPr/>
    </dgm:pt>
    <dgm:pt modelId="{699228B5-5922-4EDF-BB08-06306E6CAF7D}" type="pres">
      <dgm:prSet presAssocID="{7E0AE571-97A4-4914-B7CF-AE7E9B83C42E}" presName="bgRect" presStyleLbl="bgShp" presStyleIdx="0" presStyleCnt="4"/>
      <dgm:spPr/>
    </dgm:pt>
    <dgm:pt modelId="{77C5FDD9-9FE2-403F-8ED6-4C68E0021281}" type="pres">
      <dgm:prSet presAssocID="{7E0AE571-97A4-4914-B7CF-AE7E9B83C42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hoolhouse"/>
        </a:ext>
      </dgm:extLst>
    </dgm:pt>
    <dgm:pt modelId="{EB28AD49-B4DB-4E8F-9C0E-8E7713EBE0AF}" type="pres">
      <dgm:prSet presAssocID="{7E0AE571-97A4-4914-B7CF-AE7E9B83C42E}" presName="spaceRect" presStyleCnt="0"/>
      <dgm:spPr/>
    </dgm:pt>
    <dgm:pt modelId="{45F4478F-FC30-4723-832B-E830E24267A3}" type="pres">
      <dgm:prSet presAssocID="{7E0AE571-97A4-4914-B7CF-AE7E9B83C42E}" presName="parTx" presStyleLbl="revTx" presStyleIdx="0" presStyleCnt="4">
        <dgm:presLayoutVars>
          <dgm:chMax val="0"/>
          <dgm:chPref val="0"/>
        </dgm:presLayoutVars>
      </dgm:prSet>
      <dgm:spPr/>
    </dgm:pt>
    <dgm:pt modelId="{951A7DB8-C261-4F1B-90DB-33E8AED5A7DF}" type="pres">
      <dgm:prSet presAssocID="{69355D18-3035-48D5-9BB4-98E9E436C20B}" presName="sibTrans" presStyleCnt="0"/>
      <dgm:spPr/>
    </dgm:pt>
    <dgm:pt modelId="{0F37AB2C-2090-442E-AF69-8B4BFC66E476}" type="pres">
      <dgm:prSet presAssocID="{7C403D52-E2EF-4164-9D28-81417924B53C}" presName="compNode" presStyleCnt="0"/>
      <dgm:spPr/>
    </dgm:pt>
    <dgm:pt modelId="{13417C75-DFC8-4E8C-B2EE-2461FE4261EE}" type="pres">
      <dgm:prSet presAssocID="{7C403D52-E2EF-4164-9D28-81417924B53C}" presName="bgRect" presStyleLbl="bgShp" presStyleIdx="1" presStyleCnt="4"/>
      <dgm:spPr/>
    </dgm:pt>
    <dgm:pt modelId="{455B2AE5-AC13-4CB3-AFE6-1C5047ADE74B}" type="pres">
      <dgm:prSet presAssocID="{7C403D52-E2EF-4164-9D28-81417924B53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aduation Cap"/>
        </a:ext>
      </dgm:extLst>
    </dgm:pt>
    <dgm:pt modelId="{EF7055F9-DD34-4682-91F8-8359F8B9063D}" type="pres">
      <dgm:prSet presAssocID="{7C403D52-E2EF-4164-9D28-81417924B53C}" presName="spaceRect" presStyleCnt="0"/>
      <dgm:spPr/>
    </dgm:pt>
    <dgm:pt modelId="{D9CAFB52-3220-4BDF-B132-61F70C74FBF8}" type="pres">
      <dgm:prSet presAssocID="{7C403D52-E2EF-4164-9D28-81417924B53C}" presName="parTx" presStyleLbl="revTx" presStyleIdx="1" presStyleCnt="4">
        <dgm:presLayoutVars>
          <dgm:chMax val="0"/>
          <dgm:chPref val="0"/>
        </dgm:presLayoutVars>
      </dgm:prSet>
      <dgm:spPr/>
    </dgm:pt>
    <dgm:pt modelId="{BACFC913-25EB-49A1-B440-E5073A4EB42F}" type="pres">
      <dgm:prSet presAssocID="{C512D73F-0D4E-4A0A-9F27-EEB164560E7C}" presName="sibTrans" presStyleCnt="0"/>
      <dgm:spPr/>
    </dgm:pt>
    <dgm:pt modelId="{9A942D3E-CFDB-49CF-B5C9-2AD984CA1895}" type="pres">
      <dgm:prSet presAssocID="{DB846E35-8B62-4464-A970-EA824947E7A4}" presName="compNode" presStyleCnt="0"/>
      <dgm:spPr/>
    </dgm:pt>
    <dgm:pt modelId="{D25EEFC4-B0D6-436D-91B5-4525480A3A57}" type="pres">
      <dgm:prSet presAssocID="{DB846E35-8B62-4464-A970-EA824947E7A4}" presName="bgRect" presStyleLbl="bgShp" presStyleIdx="2" presStyleCnt="4"/>
      <dgm:spPr/>
    </dgm:pt>
    <dgm:pt modelId="{9B692774-43A6-4154-8D0D-F396BC2842EB}" type="pres">
      <dgm:prSet presAssocID="{DB846E35-8B62-4464-A970-EA824947E7A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room"/>
        </a:ext>
      </dgm:extLst>
    </dgm:pt>
    <dgm:pt modelId="{5F138613-3C58-42F1-93F5-C12134CF3AF9}" type="pres">
      <dgm:prSet presAssocID="{DB846E35-8B62-4464-A970-EA824947E7A4}" presName="spaceRect" presStyleCnt="0"/>
      <dgm:spPr/>
    </dgm:pt>
    <dgm:pt modelId="{9F6D61E5-D863-4BE7-BE51-5437391EA2B7}" type="pres">
      <dgm:prSet presAssocID="{DB846E35-8B62-4464-A970-EA824947E7A4}" presName="parTx" presStyleLbl="revTx" presStyleIdx="2" presStyleCnt="4">
        <dgm:presLayoutVars>
          <dgm:chMax val="0"/>
          <dgm:chPref val="0"/>
        </dgm:presLayoutVars>
      </dgm:prSet>
      <dgm:spPr/>
    </dgm:pt>
    <dgm:pt modelId="{C21387FA-1334-487C-822A-067CD0887507}" type="pres">
      <dgm:prSet presAssocID="{055D539D-1939-442A-98D3-F4D824649A9A}" presName="sibTrans" presStyleCnt="0"/>
      <dgm:spPr/>
    </dgm:pt>
    <dgm:pt modelId="{238DBE9D-B485-4F91-802B-EAE9EAC3A68C}" type="pres">
      <dgm:prSet presAssocID="{DF4841F4-A4B1-41F9-B2E4-9F26B39F9DC2}" presName="compNode" presStyleCnt="0"/>
      <dgm:spPr/>
    </dgm:pt>
    <dgm:pt modelId="{AE752116-B0CB-42F9-B3B7-4360DC8EC2DB}" type="pres">
      <dgm:prSet presAssocID="{DF4841F4-A4B1-41F9-B2E4-9F26B39F9DC2}" presName="bgRect" presStyleLbl="bgShp" presStyleIdx="3" presStyleCnt="4"/>
      <dgm:spPr/>
    </dgm:pt>
    <dgm:pt modelId="{547B96A9-3118-4E21-A043-C1A8C9BD4BA0}" type="pres">
      <dgm:prSet presAssocID="{DF4841F4-A4B1-41F9-B2E4-9F26B39F9DC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rritant"/>
        </a:ext>
      </dgm:extLst>
    </dgm:pt>
    <dgm:pt modelId="{7F972B7A-C9EF-45D8-AEA1-4A1AADC6527F}" type="pres">
      <dgm:prSet presAssocID="{DF4841F4-A4B1-41F9-B2E4-9F26B39F9DC2}" presName="spaceRect" presStyleCnt="0"/>
      <dgm:spPr/>
    </dgm:pt>
    <dgm:pt modelId="{62F0FCF6-8D3A-46CA-83BA-78C688978EF2}" type="pres">
      <dgm:prSet presAssocID="{DF4841F4-A4B1-41F9-B2E4-9F26B39F9DC2}" presName="parTx" presStyleLbl="revTx" presStyleIdx="3" presStyleCnt="4">
        <dgm:presLayoutVars>
          <dgm:chMax val="0"/>
          <dgm:chPref val="0"/>
        </dgm:presLayoutVars>
      </dgm:prSet>
      <dgm:spPr/>
    </dgm:pt>
  </dgm:ptLst>
  <dgm:cxnLst>
    <dgm:cxn modelId="{4863445F-82C7-4B3F-9B39-52515E3243E3}" srcId="{5E1B7A2C-C1C2-41F6-8A95-C7AE3228CC23}" destId="{7E0AE571-97A4-4914-B7CF-AE7E9B83C42E}" srcOrd="0" destOrd="0" parTransId="{C8C5210D-25E9-4417-83F9-CE8262B8392B}" sibTransId="{69355D18-3035-48D5-9BB4-98E9E436C20B}"/>
    <dgm:cxn modelId="{2AFDBA44-02B2-4007-B19D-C53F8DAE7FE6}" srcId="{5E1B7A2C-C1C2-41F6-8A95-C7AE3228CC23}" destId="{DB846E35-8B62-4464-A970-EA824947E7A4}" srcOrd="2" destOrd="0" parTransId="{51CFAB56-53DF-45C6-9906-B6757BD6BAF9}" sibTransId="{055D539D-1939-442A-98D3-F4D824649A9A}"/>
    <dgm:cxn modelId="{35427D49-C831-431E-AAA7-20AC418DD921}" type="presOf" srcId="{7C403D52-E2EF-4164-9D28-81417924B53C}" destId="{D9CAFB52-3220-4BDF-B132-61F70C74FBF8}" srcOrd="0" destOrd="0" presId="urn:microsoft.com/office/officeart/2018/2/layout/IconVerticalSolidList"/>
    <dgm:cxn modelId="{CED8084E-3210-45AE-80F9-3EA669CBA3F5}" type="presOf" srcId="{DF4841F4-A4B1-41F9-B2E4-9F26B39F9DC2}" destId="{62F0FCF6-8D3A-46CA-83BA-78C688978EF2}" srcOrd="0" destOrd="0" presId="urn:microsoft.com/office/officeart/2018/2/layout/IconVerticalSolidList"/>
    <dgm:cxn modelId="{E4000EA3-0841-465B-9EFF-3E75E5594FDE}" srcId="{5E1B7A2C-C1C2-41F6-8A95-C7AE3228CC23}" destId="{7C403D52-E2EF-4164-9D28-81417924B53C}" srcOrd="1" destOrd="0" parTransId="{E52026FD-BDCA-457C-8D71-5AFC94FBF7CE}" sibTransId="{C512D73F-0D4E-4A0A-9F27-EEB164560E7C}"/>
    <dgm:cxn modelId="{0360D7A5-0FBE-415A-8E46-E354B9DCC9BA}" srcId="{5E1B7A2C-C1C2-41F6-8A95-C7AE3228CC23}" destId="{DF4841F4-A4B1-41F9-B2E4-9F26B39F9DC2}" srcOrd="3" destOrd="0" parTransId="{7D99AD02-BB81-4EDA-A926-2AA257F7C86F}" sibTransId="{2152979A-D30C-43B0-B149-2A2B6E41AB4D}"/>
    <dgm:cxn modelId="{4BEFC2AB-5F0A-44FA-BF94-AFA64D15454F}" type="presOf" srcId="{DB846E35-8B62-4464-A970-EA824947E7A4}" destId="{9F6D61E5-D863-4BE7-BE51-5437391EA2B7}" srcOrd="0" destOrd="0" presId="urn:microsoft.com/office/officeart/2018/2/layout/IconVerticalSolidList"/>
    <dgm:cxn modelId="{ED74ACB2-F40B-4ADF-BB27-746778338145}" type="presOf" srcId="{5E1B7A2C-C1C2-41F6-8A95-C7AE3228CC23}" destId="{0D622091-C617-49ED-8802-824BE6861C14}" srcOrd="0" destOrd="0" presId="urn:microsoft.com/office/officeart/2018/2/layout/IconVerticalSolidList"/>
    <dgm:cxn modelId="{8EB21FF4-F5A8-47EA-B28D-E993AACEB03C}" type="presOf" srcId="{7E0AE571-97A4-4914-B7CF-AE7E9B83C42E}" destId="{45F4478F-FC30-4723-832B-E830E24267A3}" srcOrd="0" destOrd="0" presId="urn:microsoft.com/office/officeart/2018/2/layout/IconVerticalSolidList"/>
    <dgm:cxn modelId="{14AE18A8-422A-4B9D-B454-79F3CD00F898}" type="presParOf" srcId="{0D622091-C617-49ED-8802-824BE6861C14}" destId="{BDA88BF7-48EF-4FED-823C-A52B5B0080A8}" srcOrd="0" destOrd="0" presId="urn:microsoft.com/office/officeart/2018/2/layout/IconVerticalSolidList"/>
    <dgm:cxn modelId="{6031E5DC-932D-4ADB-A242-240A39CA5682}" type="presParOf" srcId="{BDA88BF7-48EF-4FED-823C-A52B5B0080A8}" destId="{699228B5-5922-4EDF-BB08-06306E6CAF7D}" srcOrd="0" destOrd="0" presId="urn:microsoft.com/office/officeart/2018/2/layout/IconVerticalSolidList"/>
    <dgm:cxn modelId="{D5F24956-CA08-4C29-B0AB-02F0560D2A7A}" type="presParOf" srcId="{BDA88BF7-48EF-4FED-823C-A52B5B0080A8}" destId="{77C5FDD9-9FE2-403F-8ED6-4C68E0021281}" srcOrd="1" destOrd="0" presId="urn:microsoft.com/office/officeart/2018/2/layout/IconVerticalSolidList"/>
    <dgm:cxn modelId="{B0C13623-DAE1-4AE7-9B2E-9C05D76B71D6}" type="presParOf" srcId="{BDA88BF7-48EF-4FED-823C-A52B5B0080A8}" destId="{EB28AD49-B4DB-4E8F-9C0E-8E7713EBE0AF}" srcOrd="2" destOrd="0" presId="urn:microsoft.com/office/officeart/2018/2/layout/IconVerticalSolidList"/>
    <dgm:cxn modelId="{B2F52932-49FB-4587-BB25-D92A536EE3A6}" type="presParOf" srcId="{BDA88BF7-48EF-4FED-823C-A52B5B0080A8}" destId="{45F4478F-FC30-4723-832B-E830E24267A3}" srcOrd="3" destOrd="0" presId="urn:microsoft.com/office/officeart/2018/2/layout/IconVerticalSolidList"/>
    <dgm:cxn modelId="{610FBC5C-E7F7-451F-A104-21EF7EFD2064}" type="presParOf" srcId="{0D622091-C617-49ED-8802-824BE6861C14}" destId="{951A7DB8-C261-4F1B-90DB-33E8AED5A7DF}" srcOrd="1" destOrd="0" presId="urn:microsoft.com/office/officeart/2018/2/layout/IconVerticalSolidList"/>
    <dgm:cxn modelId="{479F2B96-5806-48A7-9367-9D27A3661FDF}" type="presParOf" srcId="{0D622091-C617-49ED-8802-824BE6861C14}" destId="{0F37AB2C-2090-442E-AF69-8B4BFC66E476}" srcOrd="2" destOrd="0" presId="urn:microsoft.com/office/officeart/2018/2/layout/IconVerticalSolidList"/>
    <dgm:cxn modelId="{67C3830A-E187-494A-ACB4-559134B8FCC6}" type="presParOf" srcId="{0F37AB2C-2090-442E-AF69-8B4BFC66E476}" destId="{13417C75-DFC8-4E8C-B2EE-2461FE4261EE}" srcOrd="0" destOrd="0" presId="urn:microsoft.com/office/officeart/2018/2/layout/IconVerticalSolidList"/>
    <dgm:cxn modelId="{14CFA770-3C80-408B-BCA7-33D267A31F3C}" type="presParOf" srcId="{0F37AB2C-2090-442E-AF69-8B4BFC66E476}" destId="{455B2AE5-AC13-4CB3-AFE6-1C5047ADE74B}" srcOrd="1" destOrd="0" presId="urn:microsoft.com/office/officeart/2018/2/layout/IconVerticalSolidList"/>
    <dgm:cxn modelId="{2A764816-7921-446E-9DE3-B7A291E90D2A}" type="presParOf" srcId="{0F37AB2C-2090-442E-AF69-8B4BFC66E476}" destId="{EF7055F9-DD34-4682-91F8-8359F8B9063D}" srcOrd="2" destOrd="0" presId="urn:microsoft.com/office/officeart/2018/2/layout/IconVerticalSolidList"/>
    <dgm:cxn modelId="{64D6EE88-F926-4B42-AAFB-F04E2706A44C}" type="presParOf" srcId="{0F37AB2C-2090-442E-AF69-8B4BFC66E476}" destId="{D9CAFB52-3220-4BDF-B132-61F70C74FBF8}" srcOrd="3" destOrd="0" presId="urn:microsoft.com/office/officeart/2018/2/layout/IconVerticalSolidList"/>
    <dgm:cxn modelId="{2A6711F4-8FA1-401A-9487-E00A0C6E59DB}" type="presParOf" srcId="{0D622091-C617-49ED-8802-824BE6861C14}" destId="{BACFC913-25EB-49A1-B440-E5073A4EB42F}" srcOrd="3" destOrd="0" presId="urn:microsoft.com/office/officeart/2018/2/layout/IconVerticalSolidList"/>
    <dgm:cxn modelId="{8854914B-A467-4057-BD03-B5DF1C79F61C}" type="presParOf" srcId="{0D622091-C617-49ED-8802-824BE6861C14}" destId="{9A942D3E-CFDB-49CF-B5C9-2AD984CA1895}" srcOrd="4" destOrd="0" presId="urn:microsoft.com/office/officeart/2018/2/layout/IconVerticalSolidList"/>
    <dgm:cxn modelId="{C7369A53-2457-4938-94A2-809CC418B938}" type="presParOf" srcId="{9A942D3E-CFDB-49CF-B5C9-2AD984CA1895}" destId="{D25EEFC4-B0D6-436D-91B5-4525480A3A57}" srcOrd="0" destOrd="0" presId="urn:microsoft.com/office/officeart/2018/2/layout/IconVerticalSolidList"/>
    <dgm:cxn modelId="{9AD499FE-3C42-4896-9925-9E5ECAF93680}" type="presParOf" srcId="{9A942D3E-CFDB-49CF-B5C9-2AD984CA1895}" destId="{9B692774-43A6-4154-8D0D-F396BC2842EB}" srcOrd="1" destOrd="0" presId="urn:microsoft.com/office/officeart/2018/2/layout/IconVerticalSolidList"/>
    <dgm:cxn modelId="{9D01831B-DBAF-44B1-B30E-2DB563853771}" type="presParOf" srcId="{9A942D3E-CFDB-49CF-B5C9-2AD984CA1895}" destId="{5F138613-3C58-42F1-93F5-C12134CF3AF9}" srcOrd="2" destOrd="0" presId="urn:microsoft.com/office/officeart/2018/2/layout/IconVerticalSolidList"/>
    <dgm:cxn modelId="{BCA3BED4-F8A6-4ED3-9BC0-485850098740}" type="presParOf" srcId="{9A942D3E-CFDB-49CF-B5C9-2AD984CA1895}" destId="{9F6D61E5-D863-4BE7-BE51-5437391EA2B7}" srcOrd="3" destOrd="0" presId="urn:microsoft.com/office/officeart/2018/2/layout/IconVerticalSolidList"/>
    <dgm:cxn modelId="{DFAF9D04-01F5-4FF3-91D9-C4E4EB4DB780}" type="presParOf" srcId="{0D622091-C617-49ED-8802-824BE6861C14}" destId="{C21387FA-1334-487C-822A-067CD0887507}" srcOrd="5" destOrd="0" presId="urn:microsoft.com/office/officeart/2018/2/layout/IconVerticalSolidList"/>
    <dgm:cxn modelId="{40ECF208-2336-4EA4-A4E4-2450C4F4A10E}" type="presParOf" srcId="{0D622091-C617-49ED-8802-824BE6861C14}" destId="{238DBE9D-B485-4F91-802B-EAE9EAC3A68C}" srcOrd="6" destOrd="0" presId="urn:microsoft.com/office/officeart/2018/2/layout/IconVerticalSolidList"/>
    <dgm:cxn modelId="{3569761D-3962-4C72-B947-361EC1FBD2F3}" type="presParOf" srcId="{238DBE9D-B485-4F91-802B-EAE9EAC3A68C}" destId="{AE752116-B0CB-42F9-B3B7-4360DC8EC2DB}" srcOrd="0" destOrd="0" presId="urn:microsoft.com/office/officeart/2018/2/layout/IconVerticalSolidList"/>
    <dgm:cxn modelId="{E0E2C02E-6495-414C-8371-5D786B0B8335}" type="presParOf" srcId="{238DBE9D-B485-4F91-802B-EAE9EAC3A68C}" destId="{547B96A9-3118-4E21-A043-C1A8C9BD4BA0}" srcOrd="1" destOrd="0" presId="urn:microsoft.com/office/officeart/2018/2/layout/IconVerticalSolidList"/>
    <dgm:cxn modelId="{4A02DB26-079C-4BE2-9C71-918C036D831D}" type="presParOf" srcId="{238DBE9D-B485-4F91-802B-EAE9EAC3A68C}" destId="{7F972B7A-C9EF-45D8-AEA1-4A1AADC6527F}" srcOrd="2" destOrd="0" presId="urn:microsoft.com/office/officeart/2018/2/layout/IconVerticalSolidList"/>
    <dgm:cxn modelId="{C9A4C650-B28F-4DDB-8826-C4D353539F4E}" type="presParOf" srcId="{238DBE9D-B485-4F91-802B-EAE9EAC3A68C}" destId="{62F0FCF6-8D3A-46CA-83BA-78C688978EF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DF2BBC-F36B-4D99-A233-19C16D57AA73}" type="doc">
      <dgm:prSet loTypeId="urn:microsoft.com/office/officeart/2018/2/layout/IconLabelList" loCatId="icon" qsTypeId="urn:microsoft.com/office/officeart/2005/8/quickstyle/simple1" qsCatId="simple" csTypeId="urn:microsoft.com/office/officeart/2018/5/colors/Iconchunking_neutralbg_accent3_2" csCatId="accent3" phldr="1"/>
      <dgm:spPr/>
      <dgm:t>
        <a:bodyPr/>
        <a:lstStyle/>
        <a:p>
          <a:endParaRPr lang="en-US"/>
        </a:p>
      </dgm:t>
    </dgm:pt>
    <dgm:pt modelId="{6A0D7B9C-60AA-4B51-9392-4F11A1708E8A}">
      <dgm:prSet/>
      <dgm:spPr/>
      <dgm:t>
        <a:bodyPr/>
        <a:lstStyle/>
        <a:p>
          <a:r>
            <a:rPr lang="en-US" b="1" dirty="0"/>
            <a:t>Challenge: </a:t>
          </a:r>
          <a:r>
            <a:rPr lang="en-US" dirty="0"/>
            <a:t>Lack of awareness among students about CALCS services</a:t>
          </a:r>
        </a:p>
      </dgm:t>
    </dgm:pt>
    <dgm:pt modelId="{D48E38C3-DB7D-4599-8EB8-441A46DDA6A8}" type="parTrans" cxnId="{35CEDD46-A356-482C-A8CC-A7340F461CAE}">
      <dgm:prSet/>
      <dgm:spPr/>
      <dgm:t>
        <a:bodyPr/>
        <a:lstStyle/>
        <a:p>
          <a:endParaRPr lang="en-US"/>
        </a:p>
      </dgm:t>
    </dgm:pt>
    <dgm:pt modelId="{213B2729-5EFA-4AC4-86A0-E8C16661AA07}" type="sibTrans" cxnId="{35CEDD46-A356-482C-A8CC-A7340F461CAE}">
      <dgm:prSet/>
      <dgm:spPr/>
      <dgm:t>
        <a:bodyPr/>
        <a:lstStyle/>
        <a:p>
          <a:endParaRPr lang="en-US"/>
        </a:p>
      </dgm:t>
    </dgm:pt>
    <dgm:pt modelId="{C57513AB-E4FB-4A37-B9E1-FD984851FC7A}">
      <dgm:prSet/>
      <dgm:spPr/>
      <dgm:t>
        <a:bodyPr/>
        <a:lstStyle/>
        <a:p>
          <a:r>
            <a:rPr lang="en-US" b="1" dirty="0"/>
            <a:t>Impact: </a:t>
          </a:r>
          <a:r>
            <a:rPr lang="en-US" dirty="0"/>
            <a:t>Students miss out on essential resources that support their well-being</a:t>
          </a:r>
        </a:p>
      </dgm:t>
    </dgm:pt>
    <dgm:pt modelId="{D896CAF7-E869-4D85-B303-EC53E2A8C1F4}" type="parTrans" cxnId="{B7FEE90B-CBB0-438E-8F6D-BD4A95EE8824}">
      <dgm:prSet/>
      <dgm:spPr/>
      <dgm:t>
        <a:bodyPr/>
        <a:lstStyle/>
        <a:p>
          <a:endParaRPr lang="en-US"/>
        </a:p>
      </dgm:t>
    </dgm:pt>
    <dgm:pt modelId="{649B14DB-8F12-4E6E-86F2-21ED98756C93}" type="sibTrans" cxnId="{B7FEE90B-CBB0-438E-8F6D-BD4A95EE8824}">
      <dgm:prSet/>
      <dgm:spPr/>
      <dgm:t>
        <a:bodyPr/>
        <a:lstStyle/>
        <a:p>
          <a:endParaRPr lang="en-US"/>
        </a:p>
      </dgm:t>
    </dgm:pt>
    <dgm:pt modelId="{876113A9-5417-4FED-882D-77EC9C6D092F}" type="pres">
      <dgm:prSet presAssocID="{EBDF2BBC-F36B-4D99-A233-19C16D57AA73}" presName="root" presStyleCnt="0">
        <dgm:presLayoutVars>
          <dgm:dir/>
          <dgm:resizeHandles val="exact"/>
        </dgm:presLayoutVars>
      </dgm:prSet>
      <dgm:spPr/>
    </dgm:pt>
    <dgm:pt modelId="{D8745898-D274-4073-BCD4-2C9F4D5FFA97}" type="pres">
      <dgm:prSet presAssocID="{6A0D7B9C-60AA-4B51-9392-4F11A1708E8A}" presName="compNode" presStyleCnt="0"/>
      <dgm:spPr/>
    </dgm:pt>
    <dgm:pt modelId="{2AC03665-2CC7-47A8-B11A-53E122E8C720}" type="pres">
      <dgm:prSet presAssocID="{6A0D7B9C-60AA-4B51-9392-4F11A1708E8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4A35540C-382B-46CC-AA6D-DC24A9FACC1E}" type="pres">
      <dgm:prSet presAssocID="{6A0D7B9C-60AA-4B51-9392-4F11A1708E8A}" presName="spaceRect" presStyleCnt="0"/>
      <dgm:spPr/>
    </dgm:pt>
    <dgm:pt modelId="{9BEB906A-90E7-4FD1-B75C-388E3A1F67C6}" type="pres">
      <dgm:prSet presAssocID="{6A0D7B9C-60AA-4B51-9392-4F11A1708E8A}" presName="textRect" presStyleLbl="revTx" presStyleIdx="0" presStyleCnt="2">
        <dgm:presLayoutVars>
          <dgm:chMax val="1"/>
          <dgm:chPref val="1"/>
        </dgm:presLayoutVars>
      </dgm:prSet>
      <dgm:spPr/>
    </dgm:pt>
    <dgm:pt modelId="{653DF192-381F-4855-AF30-FC7134B3D097}" type="pres">
      <dgm:prSet presAssocID="{213B2729-5EFA-4AC4-86A0-E8C16661AA07}" presName="sibTrans" presStyleCnt="0"/>
      <dgm:spPr/>
    </dgm:pt>
    <dgm:pt modelId="{2B0EDAC7-31A7-4CCB-B12C-F33138188928}" type="pres">
      <dgm:prSet presAssocID="{C57513AB-E4FB-4A37-B9E1-FD984851FC7A}" presName="compNode" presStyleCnt="0"/>
      <dgm:spPr/>
    </dgm:pt>
    <dgm:pt modelId="{DB437768-EB05-4F5B-88B8-E5BC57261527}" type="pres">
      <dgm:prSet presAssocID="{C57513AB-E4FB-4A37-B9E1-FD984851FC7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53113311-DA7A-44D7-B6EC-EF44AAAEEC7A}" type="pres">
      <dgm:prSet presAssocID="{C57513AB-E4FB-4A37-B9E1-FD984851FC7A}" presName="spaceRect" presStyleCnt="0"/>
      <dgm:spPr/>
    </dgm:pt>
    <dgm:pt modelId="{11936FF2-AF09-4A24-9229-AB3CCE6FEB6C}" type="pres">
      <dgm:prSet presAssocID="{C57513AB-E4FB-4A37-B9E1-FD984851FC7A}" presName="textRect" presStyleLbl="revTx" presStyleIdx="1" presStyleCnt="2">
        <dgm:presLayoutVars>
          <dgm:chMax val="1"/>
          <dgm:chPref val="1"/>
        </dgm:presLayoutVars>
      </dgm:prSet>
      <dgm:spPr/>
    </dgm:pt>
  </dgm:ptLst>
  <dgm:cxnLst>
    <dgm:cxn modelId="{B7FEE90B-CBB0-438E-8F6D-BD4A95EE8824}" srcId="{EBDF2BBC-F36B-4D99-A233-19C16D57AA73}" destId="{C57513AB-E4FB-4A37-B9E1-FD984851FC7A}" srcOrd="1" destOrd="0" parTransId="{D896CAF7-E869-4D85-B303-EC53E2A8C1F4}" sibTransId="{649B14DB-8F12-4E6E-86F2-21ED98756C93}"/>
    <dgm:cxn modelId="{35CEDD46-A356-482C-A8CC-A7340F461CAE}" srcId="{EBDF2BBC-F36B-4D99-A233-19C16D57AA73}" destId="{6A0D7B9C-60AA-4B51-9392-4F11A1708E8A}" srcOrd="0" destOrd="0" parTransId="{D48E38C3-DB7D-4599-8EB8-441A46DDA6A8}" sibTransId="{213B2729-5EFA-4AC4-86A0-E8C16661AA07}"/>
    <dgm:cxn modelId="{67768673-0C8D-4BC2-B039-005596C40874}" type="presOf" srcId="{6A0D7B9C-60AA-4B51-9392-4F11A1708E8A}" destId="{9BEB906A-90E7-4FD1-B75C-388E3A1F67C6}" srcOrd="0" destOrd="0" presId="urn:microsoft.com/office/officeart/2018/2/layout/IconLabelList"/>
    <dgm:cxn modelId="{186DAE81-CF09-4FA8-9345-DE83DFC5658F}" type="presOf" srcId="{EBDF2BBC-F36B-4D99-A233-19C16D57AA73}" destId="{876113A9-5417-4FED-882D-77EC9C6D092F}" srcOrd="0" destOrd="0" presId="urn:microsoft.com/office/officeart/2018/2/layout/IconLabelList"/>
    <dgm:cxn modelId="{59A95A96-B0BA-4FF0-A3C3-B207DBDD91C7}" type="presOf" srcId="{C57513AB-E4FB-4A37-B9E1-FD984851FC7A}" destId="{11936FF2-AF09-4A24-9229-AB3CCE6FEB6C}" srcOrd="0" destOrd="0" presId="urn:microsoft.com/office/officeart/2018/2/layout/IconLabelList"/>
    <dgm:cxn modelId="{BF3DD4A1-0721-45EB-9BB6-2375160AA081}" type="presParOf" srcId="{876113A9-5417-4FED-882D-77EC9C6D092F}" destId="{D8745898-D274-4073-BCD4-2C9F4D5FFA97}" srcOrd="0" destOrd="0" presId="urn:microsoft.com/office/officeart/2018/2/layout/IconLabelList"/>
    <dgm:cxn modelId="{F1CB6D2F-96A4-47EA-A3C3-EEB3ADD4CFFA}" type="presParOf" srcId="{D8745898-D274-4073-BCD4-2C9F4D5FFA97}" destId="{2AC03665-2CC7-47A8-B11A-53E122E8C720}" srcOrd="0" destOrd="0" presId="urn:microsoft.com/office/officeart/2018/2/layout/IconLabelList"/>
    <dgm:cxn modelId="{1BCAB198-C465-4639-AC9C-E0FF94409CA6}" type="presParOf" srcId="{D8745898-D274-4073-BCD4-2C9F4D5FFA97}" destId="{4A35540C-382B-46CC-AA6D-DC24A9FACC1E}" srcOrd="1" destOrd="0" presId="urn:microsoft.com/office/officeart/2018/2/layout/IconLabelList"/>
    <dgm:cxn modelId="{65714165-BF17-4F1A-AE3A-5AB6E23A3C36}" type="presParOf" srcId="{D8745898-D274-4073-BCD4-2C9F4D5FFA97}" destId="{9BEB906A-90E7-4FD1-B75C-388E3A1F67C6}" srcOrd="2" destOrd="0" presId="urn:microsoft.com/office/officeart/2018/2/layout/IconLabelList"/>
    <dgm:cxn modelId="{004BA92B-21B8-4E9C-9BC9-7B2C5BF9CB99}" type="presParOf" srcId="{876113A9-5417-4FED-882D-77EC9C6D092F}" destId="{653DF192-381F-4855-AF30-FC7134B3D097}" srcOrd="1" destOrd="0" presId="urn:microsoft.com/office/officeart/2018/2/layout/IconLabelList"/>
    <dgm:cxn modelId="{5741FA2B-C3BD-435A-A601-28F05B5F7D5A}" type="presParOf" srcId="{876113A9-5417-4FED-882D-77EC9C6D092F}" destId="{2B0EDAC7-31A7-4CCB-B12C-F33138188928}" srcOrd="2" destOrd="0" presId="urn:microsoft.com/office/officeart/2018/2/layout/IconLabelList"/>
    <dgm:cxn modelId="{69057F62-22E8-4747-9BA2-B32553EB9226}" type="presParOf" srcId="{2B0EDAC7-31A7-4CCB-B12C-F33138188928}" destId="{DB437768-EB05-4F5B-88B8-E5BC57261527}" srcOrd="0" destOrd="0" presId="urn:microsoft.com/office/officeart/2018/2/layout/IconLabelList"/>
    <dgm:cxn modelId="{8C3C2BBE-CCED-4D63-9856-F50B57FA2815}" type="presParOf" srcId="{2B0EDAC7-31A7-4CCB-B12C-F33138188928}" destId="{53113311-DA7A-44D7-B6EC-EF44AAAEEC7A}" srcOrd="1" destOrd="0" presId="urn:microsoft.com/office/officeart/2018/2/layout/IconLabelList"/>
    <dgm:cxn modelId="{40354D8E-477D-4283-9059-1AF927DA7A8C}" type="presParOf" srcId="{2B0EDAC7-31A7-4CCB-B12C-F33138188928}" destId="{11936FF2-AF09-4A24-9229-AB3CCE6FEB6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D70EE40-6DE2-479E-B8F7-665395C85C9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C777C3C-9123-4E4F-A608-76767D047110}">
      <dgm:prSet/>
      <dgm:spPr/>
      <dgm:t>
        <a:bodyPr/>
        <a:lstStyle/>
        <a:p>
          <a:r>
            <a:rPr lang="en-US" b="1" dirty="0"/>
            <a:t>Challenge</a:t>
          </a:r>
          <a:r>
            <a:rPr lang="en-US" dirty="0"/>
            <a:t>: Low participation and continuity in CALCS programs even among registered students    </a:t>
          </a:r>
        </a:p>
      </dgm:t>
    </dgm:pt>
    <dgm:pt modelId="{520520B9-1D7F-45DF-B865-19C87AD1369F}" type="parTrans" cxnId="{087202F4-0016-4C16-9B3B-E5B0509B251D}">
      <dgm:prSet/>
      <dgm:spPr/>
      <dgm:t>
        <a:bodyPr/>
        <a:lstStyle/>
        <a:p>
          <a:endParaRPr lang="en-US"/>
        </a:p>
      </dgm:t>
    </dgm:pt>
    <dgm:pt modelId="{9DB33C6C-5F49-41F9-BE61-474E5DF5448B}" type="sibTrans" cxnId="{087202F4-0016-4C16-9B3B-E5B0509B251D}">
      <dgm:prSet/>
      <dgm:spPr/>
      <dgm:t>
        <a:bodyPr/>
        <a:lstStyle/>
        <a:p>
          <a:endParaRPr lang="en-US"/>
        </a:p>
      </dgm:t>
    </dgm:pt>
    <dgm:pt modelId="{5C866233-0969-456A-9990-435CB570BA62}">
      <dgm:prSet/>
      <dgm:spPr/>
      <dgm:t>
        <a:bodyPr/>
        <a:lstStyle/>
        <a:p>
          <a:r>
            <a:rPr lang="en-US" b="1" dirty="0"/>
            <a:t>Impact</a:t>
          </a:r>
          <a:r>
            <a:rPr lang="en-US" dirty="0"/>
            <a:t>: CALCS resources underutilized, lower student support</a:t>
          </a:r>
        </a:p>
      </dgm:t>
    </dgm:pt>
    <dgm:pt modelId="{F816D7A1-CF29-4489-8B0E-D26EBA9228E7}" type="parTrans" cxnId="{F2EBF576-0B8A-4F4E-8157-C249C1174CC2}">
      <dgm:prSet/>
      <dgm:spPr/>
      <dgm:t>
        <a:bodyPr/>
        <a:lstStyle/>
        <a:p>
          <a:endParaRPr lang="en-US"/>
        </a:p>
      </dgm:t>
    </dgm:pt>
    <dgm:pt modelId="{D455C6DF-6CA1-405D-AEC2-3BC7AEFCF12A}" type="sibTrans" cxnId="{F2EBF576-0B8A-4F4E-8157-C249C1174CC2}">
      <dgm:prSet/>
      <dgm:spPr/>
      <dgm:t>
        <a:bodyPr/>
        <a:lstStyle/>
        <a:p>
          <a:endParaRPr lang="en-US"/>
        </a:p>
      </dgm:t>
    </dgm:pt>
    <dgm:pt modelId="{6544F36F-C69F-4DB5-A97D-8EAEE343DC01}" type="pres">
      <dgm:prSet presAssocID="{BD70EE40-6DE2-479E-B8F7-665395C85C92}" presName="root" presStyleCnt="0">
        <dgm:presLayoutVars>
          <dgm:dir/>
          <dgm:resizeHandles val="exact"/>
        </dgm:presLayoutVars>
      </dgm:prSet>
      <dgm:spPr/>
    </dgm:pt>
    <dgm:pt modelId="{15AB907D-B681-41FF-B025-33815A2DA428}" type="pres">
      <dgm:prSet presAssocID="{9C777C3C-9123-4E4F-A608-76767D047110}" presName="compNode" presStyleCnt="0"/>
      <dgm:spPr/>
    </dgm:pt>
    <dgm:pt modelId="{0528F118-0406-4BC4-9D0B-691B42D33704}" type="pres">
      <dgm:prSet presAssocID="{9C777C3C-9123-4E4F-A608-76767D047110}" presName="bgRect" presStyleLbl="bgShp" presStyleIdx="0" presStyleCnt="2"/>
      <dgm:spPr/>
    </dgm:pt>
    <dgm:pt modelId="{8A4FC810-DA52-4216-96A1-A20C35C1DE0D}" type="pres">
      <dgm:prSet presAssocID="{9C777C3C-9123-4E4F-A608-76767D04711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7D220AB4-7638-45B1-9DD0-FB35330FFCCE}" type="pres">
      <dgm:prSet presAssocID="{9C777C3C-9123-4E4F-A608-76767D047110}" presName="spaceRect" presStyleCnt="0"/>
      <dgm:spPr/>
    </dgm:pt>
    <dgm:pt modelId="{569565C0-FBFA-4247-AAF3-92F96317635A}" type="pres">
      <dgm:prSet presAssocID="{9C777C3C-9123-4E4F-A608-76767D047110}" presName="parTx" presStyleLbl="revTx" presStyleIdx="0" presStyleCnt="2">
        <dgm:presLayoutVars>
          <dgm:chMax val="0"/>
          <dgm:chPref val="0"/>
        </dgm:presLayoutVars>
      </dgm:prSet>
      <dgm:spPr/>
    </dgm:pt>
    <dgm:pt modelId="{10D58F67-B5CA-4F36-8398-B5BDAB34B5CF}" type="pres">
      <dgm:prSet presAssocID="{9DB33C6C-5F49-41F9-BE61-474E5DF5448B}" presName="sibTrans" presStyleCnt="0"/>
      <dgm:spPr/>
    </dgm:pt>
    <dgm:pt modelId="{19BDE1FB-CC7F-4ADD-8F52-2F53DFC2A3C6}" type="pres">
      <dgm:prSet presAssocID="{5C866233-0969-456A-9990-435CB570BA62}" presName="compNode" presStyleCnt="0"/>
      <dgm:spPr/>
    </dgm:pt>
    <dgm:pt modelId="{62D1A080-C0F7-4AAC-93C8-9F279569CD09}" type="pres">
      <dgm:prSet presAssocID="{5C866233-0969-456A-9990-435CB570BA62}" presName="bgRect" presStyleLbl="bgShp" presStyleIdx="1" presStyleCnt="2"/>
      <dgm:spPr/>
    </dgm:pt>
    <dgm:pt modelId="{5F6F730D-447C-4B1C-ADBA-2F1896592D5D}" type="pres">
      <dgm:prSet presAssocID="{5C866233-0969-456A-9990-435CB570BA6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hoolhouse"/>
        </a:ext>
      </dgm:extLst>
    </dgm:pt>
    <dgm:pt modelId="{AB80B1CA-5AD2-41AC-B8DD-4ECA41E3002B}" type="pres">
      <dgm:prSet presAssocID="{5C866233-0969-456A-9990-435CB570BA62}" presName="spaceRect" presStyleCnt="0"/>
      <dgm:spPr/>
    </dgm:pt>
    <dgm:pt modelId="{10CA2F63-D971-416D-A519-C70F15AD8F55}" type="pres">
      <dgm:prSet presAssocID="{5C866233-0969-456A-9990-435CB570BA62}" presName="parTx" presStyleLbl="revTx" presStyleIdx="1" presStyleCnt="2">
        <dgm:presLayoutVars>
          <dgm:chMax val="0"/>
          <dgm:chPref val="0"/>
        </dgm:presLayoutVars>
      </dgm:prSet>
      <dgm:spPr/>
    </dgm:pt>
  </dgm:ptLst>
  <dgm:cxnLst>
    <dgm:cxn modelId="{C621E03D-4DAA-484E-A9E6-1464941E7206}" type="presOf" srcId="{9C777C3C-9123-4E4F-A608-76767D047110}" destId="{569565C0-FBFA-4247-AAF3-92F96317635A}" srcOrd="0" destOrd="0" presId="urn:microsoft.com/office/officeart/2018/2/layout/IconVerticalSolidList"/>
    <dgm:cxn modelId="{F2EBF576-0B8A-4F4E-8157-C249C1174CC2}" srcId="{BD70EE40-6DE2-479E-B8F7-665395C85C92}" destId="{5C866233-0969-456A-9990-435CB570BA62}" srcOrd="1" destOrd="0" parTransId="{F816D7A1-CF29-4489-8B0E-D26EBA9228E7}" sibTransId="{D455C6DF-6CA1-405D-AEC2-3BC7AEFCF12A}"/>
    <dgm:cxn modelId="{7A36D25A-97D4-4459-BDCD-67CB3B238CDD}" type="presOf" srcId="{BD70EE40-6DE2-479E-B8F7-665395C85C92}" destId="{6544F36F-C69F-4DB5-A97D-8EAEE343DC01}" srcOrd="0" destOrd="0" presId="urn:microsoft.com/office/officeart/2018/2/layout/IconVerticalSolidList"/>
    <dgm:cxn modelId="{BD64699A-CCA7-499D-B1D9-94EE82992BFC}" type="presOf" srcId="{5C866233-0969-456A-9990-435CB570BA62}" destId="{10CA2F63-D971-416D-A519-C70F15AD8F55}" srcOrd="0" destOrd="0" presId="urn:microsoft.com/office/officeart/2018/2/layout/IconVerticalSolidList"/>
    <dgm:cxn modelId="{087202F4-0016-4C16-9B3B-E5B0509B251D}" srcId="{BD70EE40-6DE2-479E-B8F7-665395C85C92}" destId="{9C777C3C-9123-4E4F-A608-76767D047110}" srcOrd="0" destOrd="0" parTransId="{520520B9-1D7F-45DF-B865-19C87AD1369F}" sibTransId="{9DB33C6C-5F49-41F9-BE61-474E5DF5448B}"/>
    <dgm:cxn modelId="{7F8C8C2C-D470-4A2B-AB90-A28C4BE768DF}" type="presParOf" srcId="{6544F36F-C69F-4DB5-A97D-8EAEE343DC01}" destId="{15AB907D-B681-41FF-B025-33815A2DA428}" srcOrd="0" destOrd="0" presId="urn:microsoft.com/office/officeart/2018/2/layout/IconVerticalSolidList"/>
    <dgm:cxn modelId="{D20A526A-D0A7-4B2E-9118-A6E011988DA8}" type="presParOf" srcId="{15AB907D-B681-41FF-B025-33815A2DA428}" destId="{0528F118-0406-4BC4-9D0B-691B42D33704}" srcOrd="0" destOrd="0" presId="urn:microsoft.com/office/officeart/2018/2/layout/IconVerticalSolidList"/>
    <dgm:cxn modelId="{2CB19EFD-0C97-4770-ADAD-7DB1CEB8384D}" type="presParOf" srcId="{15AB907D-B681-41FF-B025-33815A2DA428}" destId="{8A4FC810-DA52-4216-96A1-A20C35C1DE0D}" srcOrd="1" destOrd="0" presId="urn:microsoft.com/office/officeart/2018/2/layout/IconVerticalSolidList"/>
    <dgm:cxn modelId="{B5CC8F5E-E19E-4158-97F4-61032F83B5AB}" type="presParOf" srcId="{15AB907D-B681-41FF-B025-33815A2DA428}" destId="{7D220AB4-7638-45B1-9DD0-FB35330FFCCE}" srcOrd="2" destOrd="0" presId="urn:microsoft.com/office/officeart/2018/2/layout/IconVerticalSolidList"/>
    <dgm:cxn modelId="{7D2EE4F3-0A75-4C34-8512-44E33D8E827F}" type="presParOf" srcId="{15AB907D-B681-41FF-B025-33815A2DA428}" destId="{569565C0-FBFA-4247-AAF3-92F96317635A}" srcOrd="3" destOrd="0" presId="urn:microsoft.com/office/officeart/2018/2/layout/IconVerticalSolidList"/>
    <dgm:cxn modelId="{06F32F65-0AC3-4803-A7FD-880F52B79D23}" type="presParOf" srcId="{6544F36F-C69F-4DB5-A97D-8EAEE343DC01}" destId="{10D58F67-B5CA-4F36-8398-B5BDAB34B5CF}" srcOrd="1" destOrd="0" presId="urn:microsoft.com/office/officeart/2018/2/layout/IconVerticalSolidList"/>
    <dgm:cxn modelId="{74E2F5DB-E923-4EF0-AF5E-D6B716B09F36}" type="presParOf" srcId="{6544F36F-C69F-4DB5-A97D-8EAEE343DC01}" destId="{19BDE1FB-CC7F-4ADD-8F52-2F53DFC2A3C6}" srcOrd="2" destOrd="0" presId="urn:microsoft.com/office/officeart/2018/2/layout/IconVerticalSolidList"/>
    <dgm:cxn modelId="{233640EB-39E8-4048-AB84-A6B34D7044E7}" type="presParOf" srcId="{19BDE1FB-CC7F-4ADD-8F52-2F53DFC2A3C6}" destId="{62D1A080-C0F7-4AAC-93C8-9F279569CD09}" srcOrd="0" destOrd="0" presId="urn:microsoft.com/office/officeart/2018/2/layout/IconVerticalSolidList"/>
    <dgm:cxn modelId="{744CE61E-F098-48A8-91EE-F41CC82B7222}" type="presParOf" srcId="{19BDE1FB-CC7F-4ADD-8F52-2F53DFC2A3C6}" destId="{5F6F730D-447C-4B1C-ADBA-2F1896592D5D}" srcOrd="1" destOrd="0" presId="urn:microsoft.com/office/officeart/2018/2/layout/IconVerticalSolidList"/>
    <dgm:cxn modelId="{DECE18AB-9B59-4946-9FF7-4431D9050FFF}" type="presParOf" srcId="{19BDE1FB-CC7F-4ADD-8F52-2F53DFC2A3C6}" destId="{AB80B1CA-5AD2-41AC-B8DD-4ECA41E3002B}" srcOrd="2" destOrd="0" presId="urn:microsoft.com/office/officeart/2018/2/layout/IconVerticalSolidList"/>
    <dgm:cxn modelId="{5E2FC2BF-6947-43DE-A7A7-C2DF3EB82CE1}" type="presParOf" srcId="{19BDE1FB-CC7F-4ADD-8F52-2F53DFC2A3C6}" destId="{10CA2F63-D971-416D-A519-C70F15AD8F5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DED5306-C8A2-4B82-836C-A73EECFFC3FD}"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DF9A6BFF-BD2E-4DCF-9C81-8437407855B8}">
      <dgm:prSet/>
      <dgm:spPr/>
      <dgm:t>
        <a:bodyPr/>
        <a:lstStyle/>
        <a:p>
          <a:pPr>
            <a:lnSpc>
              <a:spcPct val="100000"/>
            </a:lnSpc>
          </a:pPr>
          <a:r>
            <a:rPr lang="en-CA" b="1" dirty="0"/>
            <a:t>Point-Based Reward System</a:t>
          </a:r>
          <a:r>
            <a:rPr lang="en-CA" dirty="0"/>
            <a:t>: Students earn points for logging in, watching videos, and participating in events    </a:t>
          </a:r>
          <a:endParaRPr lang="en-US" dirty="0"/>
        </a:p>
      </dgm:t>
    </dgm:pt>
    <dgm:pt modelId="{F367E8FD-D37E-40C0-A904-714524B40854}" type="parTrans" cxnId="{05C37F6F-EF91-421B-BC12-A2B070389F47}">
      <dgm:prSet/>
      <dgm:spPr/>
      <dgm:t>
        <a:bodyPr/>
        <a:lstStyle/>
        <a:p>
          <a:endParaRPr lang="en-US"/>
        </a:p>
      </dgm:t>
    </dgm:pt>
    <dgm:pt modelId="{3B482EEC-8092-43CF-AB00-1901EEDC8014}" type="sibTrans" cxnId="{05C37F6F-EF91-421B-BC12-A2B070389F47}">
      <dgm:prSet/>
      <dgm:spPr/>
      <dgm:t>
        <a:bodyPr/>
        <a:lstStyle/>
        <a:p>
          <a:endParaRPr lang="en-US"/>
        </a:p>
      </dgm:t>
    </dgm:pt>
    <dgm:pt modelId="{44039EE9-5EFC-478E-B075-77E41751B1BA}">
      <dgm:prSet/>
      <dgm:spPr/>
      <dgm:t>
        <a:bodyPr/>
        <a:lstStyle/>
        <a:p>
          <a:pPr>
            <a:lnSpc>
              <a:spcPct val="100000"/>
            </a:lnSpc>
          </a:pPr>
          <a:r>
            <a:rPr lang="en-CA" b="1" dirty="0"/>
            <a:t>Rewards</a:t>
          </a:r>
          <a:r>
            <a:rPr lang="en-CA" dirty="0"/>
            <a:t>: Points redeemable for college perks (e.g., marketplace, café discounts, campus vending machines)    </a:t>
          </a:r>
          <a:endParaRPr lang="en-US" dirty="0"/>
        </a:p>
      </dgm:t>
    </dgm:pt>
    <dgm:pt modelId="{55108CAB-37C1-451B-8A95-8E7EB04116B0}" type="parTrans" cxnId="{4640BC9A-C3DB-4688-AB31-9F566318CD9D}">
      <dgm:prSet/>
      <dgm:spPr/>
      <dgm:t>
        <a:bodyPr/>
        <a:lstStyle/>
        <a:p>
          <a:endParaRPr lang="en-US"/>
        </a:p>
      </dgm:t>
    </dgm:pt>
    <dgm:pt modelId="{EFD532F3-45CE-4DC9-913C-D58AB0AE3F3C}" type="sibTrans" cxnId="{4640BC9A-C3DB-4688-AB31-9F566318CD9D}">
      <dgm:prSet/>
      <dgm:spPr/>
      <dgm:t>
        <a:bodyPr/>
        <a:lstStyle/>
        <a:p>
          <a:endParaRPr lang="en-US"/>
        </a:p>
      </dgm:t>
    </dgm:pt>
    <dgm:pt modelId="{DA5CEE47-D1BC-43C8-A972-14A45C5BEABB}">
      <dgm:prSet/>
      <dgm:spPr/>
      <dgm:t>
        <a:bodyPr/>
        <a:lstStyle/>
        <a:p>
          <a:pPr>
            <a:lnSpc>
              <a:spcPct val="100000"/>
            </a:lnSpc>
          </a:pPr>
          <a:r>
            <a:rPr lang="en-CA" b="1" dirty="0"/>
            <a:t>Interactive Quizzes/Games</a:t>
          </a:r>
          <a:r>
            <a:rPr lang="en-CA" dirty="0"/>
            <a:t>: Similar to rewards in MacDonald’s and Tim Horton’s apps, to keep it fun and engaging</a:t>
          </a:r>
          <a:endParaRPr lang="en-US" dirty="0"/>
        </a:p>
      </dgm:t>
    </dgm:pt>
    <dgm:pt modelId="{7675BC45-243C-4D61-8808-9C91238A2ECC}" type="parTrans" cxnId="{919C9CC2-F0BD-46C7-830A-DCCF05DDF9B8}">
      <dgm:prSet/>
      <dgm:spPr/>
      <dgm:t>
        <a:bodyPr/>
        <a:lstStyle/>
        <a:p>
          <a:endParaRPr lang="en-US"/>
        </a:p>
      </dgm:t>
    </dgm:pt>
    <dgm:pt modelId="{48259E80-8FBE-43C8-8426-4116514E9A41}" type="sibTrans" cxnId="{919C9CC2-F0BD-46C7-830A-DCCF05DDF9B8}">
      <dgm:prSet/>
      <dgm:spPr/>
      <dgm:t>
        <a:bodyPr/>
        <a:lstStyle/>
        <a:p>
          <a:endParaRPr lang="en-US"/>
        </a:p>
      </dgm:t>
    </dgm:pt>
    <dgm:pt modelId="{79539ED1-0FEB-4AF9-9C6C-E4F3AAC424DC}" type="pres">
      <dgm:prSet presAssocID="{CDED5306-C8A2-4B82-836C-A73EECFFC3FD}" presName="root" presStyleCnt="0">
        <dgm:presLayoutVars>
          <dgm:dir/>
          <dgm:resizeHandles val="exact"/>
        </dgm:presLayoutVars>
      </dgm:prSet>
      <dgm:spPr/>
    </dgm:pt>
    <dgm:pt modelId="{22C3F2A3-753A-424E-B478-0F5B15423022}" type="pres">
      <dgm:prSet presAssocID="{DF9A6BFF-BD2E-4DCF-9C81-8437407855B8}" presName="compNode" presStyleCnt="0"/>
      <dgm:spPr/>
    </dgm:pt>
    <dgm:pt modelId="{65A9A6F1-EC51-4CE8-BB78-CA7D27FBC7DB}" type="pres">
      <dgm:prSet presAssocID="{DF9A6BFF-BD2E-4DCF-9C81-8437407855B8}" presName="bgRect" presStyleLbl="bgShp" presStyleIdx="0" presStyleCnt="3"/>
      <dgm:spPr/>
    </dgm:pt>
    <dgm:pt modelId="{7383C4F1-B7AB-4FE7-9435-6265AFFC9790}" type="pres">
      <dgm:prSet presAssocID="{DF9A6BFF-BD2E-4DCF-9C81-8437407855B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r tree"/>
        </a:ext>
      </dgm:extLst>
    </dgm:pt>
    <dgm:pt modelId="{B033A800-1D23-469B-9D8D-CE7326497F32}" type="pres">
      <dgm:prSet presAssocID="{DF9A6BFF-BD2E-4DCF-9C81-8437407855B8}" presName="spaceRect" presStyleCnt="0"/>
      <dgm:spPr/>
    </dgm:pt>
    <dgm:pt modelId="{3C87B2C8-2F75-4D52-B492-FB0F6412825A}" type="pres">
      <dgm:prSet presAssocID="{DF9A6BFF-BD2E-4DCF-9C81-8437407855B8}" presName="parTx" presStyleLbl="revTx" presStyleIdx="0" presStyleCnt="3">
        <dgm:presLayoutVars>
          <dgm:chMax val="0"/>
          <dgm:chPref val="0"/>
        </dgm:presLayoutVars>
      </dgm:prSet>
      <dgm:spPr/>
    </dgm:pt>
    <dgm:pt modelId="{6E52878D-86DB-4B41-8D79-AE64E72D6FE1}" type="pres">
      <dgm:prSet presAssocID="{3B482EEC-8092-43CF-AB00-1901EEDC8014}" presName="sibTrans" presStyleCnt="0"/>
      <dgm:spPr/>
    </dgm:pt>
    <dgm:pt modelId="{5732C4B6-A25C-4263-800E-ED46D172B46C}" type="pres">
      <dgm:prSet presAssocID="{44039EE9-5EFC-478E-B075-77E41751B1BA}" presName="compNode" presStyleCnt="0"/>
      <dgm:spPr/>
    </dgm:pt>
    <dgm:pt modelId="{4F2F44B9-9267-4FD8-A7B3-9101B81EBC38}" type="pres">
      <dgm:prSet presAssocID="{44039EE9-5EFC-478E-B075-77E41751B1BA}" presName="bgRect" presStyleLbl="bgShp" presStyleIdx="1" presStyleCnt="3"/>
      <dgm:spPr/>
    </dgm:pt>
    <dgm:pt modelId="{B23A1631-4B18-424A-B7A6-146FDBFD2650}" type="pres">
      <dgm:prSet presAssocID="{44039EE9-5EFC-478E-B075-77E41751B1B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redit card"/>
        </a:ext>
      </dgm:extLst>
    </dgm:pt>
    <dgm:pt modelId="{297AB040-9284-4FF2-B623-E9A8DA65F8BE}" type="pres">
      <dgm:prSet presAssocID="{44039EE9-5EFC-478E-B075-77E41751B1BA}" presName="spaceRect" presStyleCnt="0"/>
      <dgm:spPr/>
    </dgm:pt>
    <dgm:pt modelId="{FC2D146A-7D70-478A-8040-F85B67C71C5E}" type="pres">
      <dgm:prSet presAssocID="{44039EE9-5EFC-478E-B075-77E41751B1BA}" presName="parTx" presStyleLbl="revTx" presStyleIdx="1" presStyleCnt="3">
        <dgm:presLayoutVars>
          <dgm:chMax val="0"/>
          <dgm:chPref val="0"/>
        </dgm:presLayoutVars>
      </dgm:prSet>
      <dgm:spPr/>
    </dgm:pt>
    <dgm:pt modelId="{2D4932EB-CFE3-4FBA-B90F-A44792F0E51A}" type="pres">
      <dgm:prSet presAssocID="{EFD532F3-45CE-4DC9-913C-D58AB0AE3F3C}" presName="sibTrans" presStyleCnt="0"/>
      <dgm:spPr/>
    </dgm:pt>
    <dgm:pt modelId="{0C7F4EA5-4837-473D-9DE0-4DEB63B8CA94}" type="pres">
      <dgm:prSet presAssocID="{DA5CEE47-D1BC-43C8-A972-14A45C5BEABB}" presName="compNode" presStyleCnt="0"/>
      <dgm:spPr/>
    </dgm:pt>
    <dgm:pt modelId="{99025CEF-81F1-459D-B86F-0550C1B9A57E}" type="pres">
      <dgm:prSet presAssocID="{DA5CEE47-D1BC-43C8-A972-14A45C5BEABB}" presName="bgRect" presStyleLbl="bgShp" presStyleIdx="2" presStyleCnt="3"/>
      <dgm:spPr/>
    </dgm:pt>
    <dgm:pt modelId="{E3A7D0BF-F6AC-4CBA-9F8B-A31F331439B7}" type="pres">
      <dgm:prSet presAssocID="{DA5CEE47-D1BC-43C8-A972-14A45C5BEAB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laying Cards"/>
        </a:ext>
      </dgm:extLst>
    </dgm:pt>
    <dgm:pt modelId="{431CF89B-1774-449F-9E99-A67B6E94876F}" type="pres">
      <dgm:prSet presAssocID="{DA5CEE47-D1BC-43C8-A972-14A45C5BEABB}" presName="spaceRect" presStyleCnt="0"/>
      <dgm:spPr/>
    </dgm:pt>
    <dgm:pt modelId="{234C5571-9305-4FB1-8889-0BFBA365B69B}" type="pres">
      <dgm:prSet presAssocID="{DA5CEE47-D1BC-43C8-A972-14A45C5BEABB}" presName="parTx" presStyleLbl="revTx" presStyleIdx="2" presStyleCnt="3">
        <dgm:presLayoutVars>
          <dgm:chMax val="0"/>
          <dgm:chPref val="0"/>
        </dgm:presLayoutVars>
      </dgm:prSet>
      <dgm:spPr/>
    </dgm:pt>
  </dgm:ptLst>
  <dgm:cxnLst>
    <dgm:cxn modelId="{E6993527-DD4E-42FA-9837-6A93AB69CD91}" type="presOf" srcId="{CDED5306-C8A2-4B82-836C-A73EECFFC3FD}" destId="{79539ED1-0FEB-4AF9-9C6C-E4F3AAC424DC}" srcOrd="0" destOrd="0" presId="urn:microsoft.com/office/officeart/2018/2/layout/IconVerticalSolidList"/>
    <dgm:cxn modelId="{AFD10A2B-32D9-47FF-A572-447AA9AB1BA1}" type="presOf" srcId="{44039EE9-5EFC-478E-B075-77E41751B1BA}" destId="{FC2D146A-7D70-478A-8040-F85B67C71C5E}" srcOrd="0" destOrd="0" presId="urn:microsoft.com/office/officeart/2018/2/layout/IconVerticalSolidList"/>
    <dgm:cxn modelId="{05C37F6F-EF91-421B-BC12-A2B070389F47}" srcId="{CDED5306-C8A2-4B82-836C-A73EECFFC3FD}" destId="{DF9A6BFF-BD2E-4DCF-9C81-8437407855B8}" srcOrd="0" destOrd="0" parTransId="{F367E8FD-D37E-40C0-A904-714524B40854}" sibTransId="{3B482EEC-8092-43CF-AB00-1901EEDC8014}"/>
    <dgm:cxn modelId="{8CEFA988-374E-4605-98D1-B225EBFA427F}" type="presOf" srcId="{DA5CEE47-D1BC-43C8-A972-14A45C5BEABB}" destId="{234C5571-9305-4FB1-8889-0BFBA365B69B}" srcOrd="0" destOrd="0" presId="urn:microsoft.com/office/officeart/2018/2/layout/IconVerticalSolidList"/>
    <dgm:cxn modelId="{4640BC9A-C3DB-4688-AB31-9F566318CD9D}" srcId="{CDED5306-C8A2-4B82-836C-A73EECFFC3FD}" destId="{44039EE9-5EFC-478E-B075-77E41751B1BA}" srcOrd="1" destOrd="0" parTransId="{55108CAB-37C1-451B-8A95-8E7EB04116B0}" sibTransId="{EFD532F3-45CE-4DC9-913C-D58AB0AE3F3C}"/>
    <dgm:cxn modelId="{919C9CC2-F0BD-46C7-830A-DCCF05DDF9B8}" srcId="{CDED5306-C8A2-4B82-836C-A73EECFFC3FD}" destId="{DA5CEE47-D1BC-43C8-A972-14A45C5BEABB}" srcOrd="2" destOrd="0" parTransId="{7675BC45-243C-4D61-8808-9C91238A2ECC}" sibTransId="{48259E80-8FBE-43C8-8426-4116514E9A41}"/>
    <dgm:cxn modelId="{5C2B81F3-2D60-4668-B3E2-52720A909BF8}" type="presOf" srcId="{DF9A6BFF-BD2E-4DCF-9C81-8437407855B8}" destId="{3C87B2C8-2F75-4D52-B492-FB0F6412825A}" srcOrd="0" destOrd="0" presId="urn:microsoft.com/office/officeart/2018/2/layout/IconVerticalSolidList"/>
    <dgm:cxn modelId="{1AACFBF0-D3D5-4B66-9D42-565467FC9F61}" type="presParOf" srcId="{79539ED1-0FEB-4AF9-9C6C-E4F3AAC424DC}" destId="{22C3F2A3-753A-424E-B478-0F5B15423022}" srcOrd="0" destOrd="0" presId="urn:microsoft.com/office/officeart/2018/2/layout/IconVerticalSolidList"/>
    <dgm:cxn modelId="{79C35900-C911-478F-A6E9-172A665046B4}" type="presParOf" srcId="{22C3F2A3-753A-424E-B478-0F5B15423022}" destId="{65A9A6F1-EC51-4CE8-BB78-CA7D27FBC7DB}" srcOrd="0" destOrd="0" presId="urn:microsoft.com/office/officeart/2018/2/layout/IconVerticalSolidList"/>
    <dgm:cxn modelId="{CA908937-8580-4313-A4E8-33FEF600362D}" type="presParOf" srcId="{22C3F2A3-753A-424E-B478-0F5B15423022}" destId="{7383C4F1-B7AB-4FE7-9435-6265AFFC9790}" srcOrd="1" destOrd="0" presId="urn:microsoft.com/office/officeart/2018/2/layout/IconVerticalSolidList"/>
    <dgm:cxn modelId="{F8DE086F-01E5-4D81-B13D-159602898615}" type="presParOf" srcId="{22C3F2A3-753A-424E-B478-0F5B15423022}" destId="{B033A800-1D23-469B-9D8D-CE7326497F32}" srcOrd="2" destOrd="0" presId="urn:microsoft.com/office/officeart/2018/2/layout/IconVerticalSolidList"/>
    <dgm:cxn modelId="{B837C110-CA94-4DF3-9289-F69E17C95C85}" type="presParOf" srcId="{22C3F2A3-753A-424E-B478-0F5B15423022}" destId="{3C87B2C8-2F75-4D52-B492-FB0F6412825A}" srcOrd="3" destOrd="0" presId="urn:microsoft.com/office/officeart/2018/2/layout/IconVerticalSolidList"/>
    <dgm:cxn modelId="{B37D7EFD-7AE5-41C5-9A7D-487D73D4545D}" type="presParOf" srcId="{79539ED1-0FEB-4AF9-9C6C-E4F3AAC424DC}" destId="{6E52878D-86DB-4B41-8D79-AE64E72D6FE1}" srcOrd="1" destOrd="0" presId="urn:microsoft.com/office/officeart/2018/2/layout/IconVerticalSolidList"/>
    <dgm:cxn modelId="{63431704-CA20-4C40-99DF-A5C741F3AC8B}" type="presParOf" srcId="{79539ED1-0FEB-4AF9-9C6C-E4F3AAC424DC}" destId="{5732C4B6-A25C-4263-800E-ED46D172B46C}" srcOrd="2" destOrd="0" presId="urn:microsoft.com/office/officeart/2018/2/layout/IconVerticalSolidList"/>
    <dgm:cxn modelId="{49589142-3BCD-4D1D-B5FB-882E73CE58CC}" type="presParOf" srcId="{5732C4B6-A25C-4263-800E-ED46D172B46C}" destId="{4F2F44B9-9267-4FD8-A7B3-9101B81EBC38}" srcOrd="0" destOrd="0" presId="urn:microsoft.com/office/officeart/2018/2/layout/IconVerticalSolidList"/>
    <dgm:cxn modelId="{A442ECB3-6EEB-490C-99C9-0A488B999BEC}" type="presParOf" srcId="{5732C4B6-A25C-4263-800E-ED46D172B46C}" destId="{B23A1631-4B18-424A-B7A6-146FDBFD2650}" srcOrd="1" destOrd="0" presId="urn:microsoft.com/office/officeart/2018/2/layout/IconVerticalSolidList"/>
    <dgm:cxn modelId="{ECCE1EB5-8A27-472B-9560-053455833595}" type="presParOf" srcId="{5732C4B6-A25C-4263-800E-ED46D172B46C}" destId="{297AB040-9284-4FF2-B623-E9A8DA65F8BE}" srcOrd="2" destOrd="0" presId="urn:microsoft.com/office/officeart/2018/2/layout/IconVerticalSolidList"/>
    <dgm:cxn modelId="{A3D55847-D4C5-4937-9D36-E23F7FB9A040}" type="presParOf" srcId="{5732C4B6-A25C-4263-800E-ED46D172B46C}" destId="{FC2D146A-7D70-478A-8040-F85B67C71C5E}" srcOrd="3" destOrd="0" presId="urn:microsoft.com/office/officeart/2018/2/layout/IconVerticalSolidList"/>
    <dgm:cxn modelId="{E46BB814-A9F8-4AE6-8BA6-9A18C8BEBA48}" type="presParOf" srcId="{79539ED1-0FEB-4AF9-9C6C-E4F3AAC424DC}" destId="{2D4932EB-CFE3-4FBA-B90F-A44792F0E51A}" srcOrd="3" destOrd="0" presId="urn:microsoft.com/office/officeart/2018/2/layout/IconVerticalSolidList"/>
    <dgm:cxn modelId="{5671C8F9-B1B0-4028-9146-FED5929A5533}" type="presParOf" srcId="{79539ED1-0FEB-4AF9-9C6C-E4F3AAC424DC}" destId="{0C7F4EA5-4837-473D-9DE0-4DEB63B8CA94}" srcOrd="4" destOrd="0" presId="urn:microsoft.com/office/officeart/2018/2/layout/IconVerticalSolidList"/>
    <dgm:cxn modelId="{B8FF1F5A-D7F9-42BE-85C5-4C9E8A7E2376}" type="presParOf" srcId="{0C7F4EA5-4837-473D-9DE0-4DEB63B8CA94}" destId="{99025CEF-81F1-459D-B86F-0550C1B9A57E}" srcOrd="0" destOrd="0" presId="urn:microsoft.com/office/officeart/2018/2/layout/IconVerticalSolidList"/>
    <dgm:cxn modelId="{77EB0C8B-CD0E-4D6A-BA71-FEB43DC9C1F6}" type="presParOf" srcId="{0C7F4EA5-4837-473D-9DE0-4DEB63B8CA94}" destId="{E3A7D0BF-F6AC-4CBA-9F8B-A31F331439B7}" srcOrd="1" destOrd="0" presId="urn:microsoft.com/office/officeart/2018/2/layout/IconVerticalSolidList"/>
    <dgm:cxn modelId="{A65C768A-D611-4F1F-842B-E424A148D813}" type="presParOf" srcId="{0C7F4EA5-4837-473D-9DE0-4DEB63B8CA94}" destId="{431CF89B-1774-449F-9E99-A67B6E94876F}" srcOrd="2" destOrd="0" presId="urn:microsoft.com/office/officeart/2018/2/layout/IconVerticalSolidList"/>
    <dgm:cxn modelId="{62D6739B-1785-4E01-8D90-1A6E9CD1C97E}" type="presParOf" srcId="{0C7F4EA5-4837-473D-9DE0-4DEB63B8CA94}" destId="{234C5571-9305-4FB1-8889-0BFBA365B69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9D0E138-DC84-4DCA-B116-0AB7A0921D7A}" type="doc">
      <dgm:prSet loTypeId="urn:microsoft.com/office/officeart/2005/8/layout/hierarchy1" loCatId="hierarchy" qsTypeId="urn:microsoft.com/office/officeart/2005/8/quickstyle/simple1" qsCatId="simple" csTypeId="urn:microsoft.com/office/officeart/2005/8/colors/colorful1" csCatId="colorful" phldr="1"/>
      <dgm:spPr/>
      <dgm:t>
        <a:bodyPr/>
        <a:lstStyle/>
        <a:p>
          <a:endParaRPr lang="en-US"/>
        </a:p>
      </dgm:t>
    </dgm:pt>
    <dgm:pt modelId="{AA7DEB75-8563-41D5-B643-E3DFC248F6BB}">
      <dgm:prSet/>
      <dgm:spPr/>
      <dgm:t>
        <a:bodyPr/>
        <a:lstStyle/>
        <a:p>
          <a:r>
            <a:rPr lang="en-US" b="1" dirty="0"/>
            <a:t>Challenge</a:t>
          </a:r>
          <a:r>
            <a:rPr lang="en-US" dirty="0"/>
            <a:t>: Shyness, disabilities, or other barriers prevent some students from accessing CALCS    </a:t>
          </a:r>
        </a:p>
      </dgm:t>
    </dgm:pt>
    <dgm:pt modelId="{43181F3E-7817-437D-AD0E-1A4248DF11D1}" type="parTrans" cxnId="{A9205F9C-A9ED-4FC5-9CCB-14DE25F34FCA}">
      <dgm:prSet/>
      <dgm:spPr/>
      <dgm:t>
        <a:bodyPr/>
        <a:lstStyle/>
        <a:p>
          <a:endParaRPr lang="en-US"/>
        </a:p>
      </dgm:t>
    </dgm:pt>
    <dgm:pt modelId="{125293A0-7897-4698-BB45-13AA5CD1423C}" type="sibTrans" cxnId="{A9205F9C-A9ED-4FC5-9CCB-14DE25F34FCA}">
      <dgm:prSet/>
      <dgm:spPr/>
      <dgm:t>
        <a:bodyPr/>
        <a:lstStyle/>
        <a:p>
          <a:endParaRPr lang="en-US"/>
        </a:p>
      </dgm:t>
    </dgm:pt>
    <dgm:pt modelId="{825F1955-DBF6-4D68-B5A6-63B9B857C4B4}">
      <dgm:prSet/>
      <dgm:spPr/>
      <dgm:t>
        <a:bodyPr/>
        <a:lstStyle/>
        <a:p>
          <a:r>
            <a:rPr lang="en-US" b="1" dirty="0"/>
            <a:t>Impact</a:t>
          </a:r>
          <a:r>
            <a:rPr lang="en-US" dirty="0"/>
            <a:t>: Some students avoid engagement despite potential benefits</a:t>
          </a:r>
        </a:p>
      </dgm:t>
    </dgm:pt>
    <dgm:pt modelId="{9A8E013F-20D0-4DEE-BB28-8038C60C4926}" type="parTrans" cxnId="{47639938-66E8-4A3D-9F0F-BB88031517C3}">
      <dgm:prSet/>
      <dgm:spPr/>
      <dgm:t>
        <a:bodyPr/>
        <a:lstStyle/>
        <a:p>
          <a:endParaRPr lang="en-US"/>
        </a:p>
      </dgm:t>
    </dgm:pt>
    <dgm:pt modelId="{30D33C74-28F6-4D8E-BD40-BEF5490BFB13}" type="sibTrans" cxnId="{47639938-66E8-4A3D-9F0F-BB88031517C3}">
      <dgm:prSet/>
      <dgm:spPr/>
      <dgm:t>
        <a:bodyPr/>
        <a:lstStyle/>
        <a:p>
          <a:endParaRPr lang="en-US"/>
        </a:p>
      </dgm:t>
    </dgm:pt>
    <dgm:pt modelId="{10AB97CD-4B6F-4FE8-9815-55C84BCD8232}" type="pres">
      <dgm:prSet presAssocID="{49D0E138-DC84-4DCA-B116-0AB7A0921D7A}" presName="hierChild1" presStyleCnt="0">
        <dgm:presLayoutVars>
          <dgm:chPref val="1"/>
          <dgm:dir/>
          <dgm:animOne val="branch"/>
          <dgm:animLvl val="lvl"/>
          <dgm:resizeHandles/>
        </dgm:presLayoutVars>
      </dgm:prSet>
      <dgm:spPr/>
    </dgm:pt>
    <dgm:pt modelId="{13A7EF34-9088-4550-BFFE-2598522DBBE3}" type="pres">
      <dgm:prSet presAssocID="{AA7DEB75-8563-41D5-B643-E3DFC248F6BB}" presName="hierRoot1" presStyleCnt="0"/>
      <dgm:spPr/>
    </dgm:pt>
    <dgm:pt modelId="{3A396C1C-39FE-4B9C-94D9-A217517A84DF}" type="pres">
      <dgm:prSet presAssocID="{AA7DEB75-8563-41D5-B643-E3DFC248F6BB}" presName="composite" presStyleCnt="0"/>
      <dgm:spPr/>
    </dgm:pt>
    <dgm:pt modelId="{33FEA3EE-44B9-4701-9732-1B35681F5AA7}" type="pres">
      <dgm:prSet presAssocID="{AA7DEB75-8563-41D5-B643-E3DFC248F6BB}" presName="background" presStyleLbl="node0" presStyleIdx="0" presStyleCnt="2"/>
      <dgm:spPr/>
    </dgm:pt>
    <dgm:pt modelId="{619D1C57-EDA9-47D1-BC59-BCD7CA88E133}" type="pres">
      <dgm:prSet presAssocID="{AA7DEB75-8563-41D5-B643-E3DFC248F6BB}" presName="text" presStyleLbl="fgAcc0" presStyleIdx="0" presStyleCnt="2">
        <dgm:presLayoutVars>
          <dgm:chPref val="3"/>
        </dgm:presLayoutVars>
      </dgm:prSet>
      <dgm:spPr/>
    </dgm:pt>
    <dgm:pt modelId="{2C4B43B5-C9FB-4027-8C24-0C4000246536}" type="pres">
      <dgm:prSet presAssocID="{AA7DEB75-8563-41D5-B643-E3DFC248F6BB}" presName="hierChild2" presStyleCnt="0"/>
      <dgm:spPr/>
    </dgm:pt>
    <dgm:pt modelId="{B0A8B71F-0336-4E77-9187-EB7361CF3F2E}" type="pres">
      <dgm:prSet presAssocID="{825F1955-DBF6-4D68-B5A6-63B9B857C4B4}" presName="hierRoot1" presStyleCnt="0"/>
      <dgm:spPr/>
    </dgm:pt>
    <dgm:pt modelId="{E2C7BC62-1532-4854-BA6D-A76A0355D57A}" type="pres">
      <dgm:prSet presAssocID="{825F1955-DBF6-4D68-B5A6-63B9B857C4B4}" presName="composite" presStyleCnt="0"/>
      <dgm:spPr/>
    </dgm:pt>
    <dgm:pt modelId="{5EAD07D7-CD15-4104-BAA4-B344CC19F785}" type="pres">
      <dgm:prSet presAssocID="{825F1955-DBF6-4D68-B5A6-63B9B857C4B4}" presName="background" presStyleLbl="node0" presStyleIdx="1" presStyleCnt="2"/>
      <dgm:spPr/>
    </dgm:pt>
    <dgm:pt modelId="{E617414E-BB4B-4068-8F99-CE46C86253F1}" type="pres">
      <dgm:prSet presAssocID="{825F1955-DBF6-4D68-B5A6-63B9B857C4B4}" presName="text" presStyleLbl="fgAcc0" presStyleIdx="1" presStyleCnt="2">
        <dgm:presLayoutVars>
          <dgm:chPref val="3"/>
        </dgm:presLayoutVars>
      </dgm:prSet>
      <dgm:spPr/>
    </dgm:pt>
    <dgm:pt modelId="{68A613DC-60D3-4BAA-941C-CE85F0711D04}" type="pres">
      <dgm:prSet presAssocID="{825F1955-DBF6-4D68-B5A6-63B9B857C4B4}" presName="hierChild2" presStyleCnt="0"/>
      <dgm:spPr/>
    </dgm:pt>
  </dgm:ptLst>
  <dgm:cxnLst>
    <dgm:cxn modelId="{47639938-66E8-4A3D-9F0F-BB88031517C3}" srcId="{49D0E138-DC84-4DCA-B116-0AB7A0921D7A}" destId="{825F1955-DBF6-4D68-B5A6-63B9B857C4B4}" srcOrd="1" destOrd="0" parTransId="{9A8E013F-20D0-4DEE-BB28-8038C60C4926}" sibTransId="{30D33C74-28F6-4D8E-BD40-BEF5490BFB13}"/>
    <dgm:cxn modelId="{D4B4BB79-254C-46B2-B3C6-0CABAF229FF0}" type="presOf" srcId="{49D0E138-DC84-4DCA-B116-0AB7A0921D7A}" destId="{10AB97CD-4B6F-4FE8-9815-55C84BCD8232}" srcOrd="0" destOrd="0" presId="urn:microsoft.com/office/officeart/2005/8/layout/hierarchy1"/>
    <dgm:cxn modelId="{5A126296-879C-4C13-9FAE-8035A3460E28}" type="presOf" srcId="{825F1955-DBF6-4D68-B5A6-63B9B857C4B4}" destId="{E617414E-BB4B-4068-8F99-CE46C86253F1}" srcOrd="0" destOrd="0" presId="urn:microsoft.com/office/officeart/2005/8/layout/hierarchy1"/>
    <dgm:cxn modelId="{A9205F9C-A9ED-4FC5-9CCB-14DE25F34FCA}" srcId="{49D0E138-DC84-4DCA-B116-0AB7A0921D7A}" destId="{AA7DEB75-8563-41D5-B643-E3DFC248F6BB}" srcOrd="0" destOrd="0" parTransId="{43181F3E-7817-437D-AD0E-1A4248DF11D1}" sibTransId="{125293A0-7897-4698-BB45-13AA5CD1423C}"/>
    <dgm:cxn modelId="{13028ABC-CC38-4DB4-B671-2A51D4D3F2E6}" type="presOf" srcId="{AA7DEB75-8563-41D5-B643-E3DFC248F6BB}" destId="{619D1C57-EDA9-47D1-BC59-BCD7CA88E133}" srcOrd="0" destOrd="0" presId="urn:microsoft.com/office/officeart/2005/8/layout/hierarchy1"/>
    <dgm:cxn modelId="{5BF9C141-E4AE-458A-A57F-5FA446BD52EE}" type="presParOf" srcId="{10AB97CD-4B6F-4FE8-9815-55C84BCD8232}" destId="{13A7EF34-9088-4550-BFFE-2598522DBBE3}" srcOrd="0" destOrd="0" presId="urn:microsoft.com/office/officeart/2005/8/layout/hierarchy1"/>
    <dgm:cxn modelId="{21386CD4-42E3-4756-A126-FC22613B152C}" type="presParOf" srcId="{13A7EF34-9088-4550-BFFE-2598522DBBE3}" destId="{3A396C1C-39FE-4B9C-94D9-A217517A84DF}" srcOrd="0" destOrd="0" presId="urn:microsoft.com/office/officeart/2005/8/layout/hierarchy1"/>
    <dgm:cxn modelId="{7EA2682D-D693-4D57-AC2A-90D4EEB49B67}" type="presParOf" srcId="{3A396C1C-39FE-4B9C-94D9-A217517A84DF}" destId="{33FEA3EE-44B9-4701-9732-1B35681F5AA7}" srcOrd="0" destOrd="0" presId="urn:microsoft.com/office/officeart/2005/8/layout/hierarchy1"/>
    <dgm:cxn modelId="{E4F9F16A-50C6-40C2-935A-D022B840E17D}" type="presParOf" srcId="{3A396C1C-39FE-4B9C-94D9-A217517A84DF}" destId="{619D1C57-EDA9-47D1-BC59-BCD7CA88E133}" srcOrd="1" destOrd="0" presId="urn:microsoft.com/office/officeart/2005/8/layout/hierarchy1"/>
    <dgm:cxn modelId="{C146A131-E5DD-4CB1-8F62-8D794597117B}" type="presParOf" srcId="{13A7EF34-9088-4550-BFFE-2598522DBBE3}" destId="{2C4B43B5-C9FB-4027-8C24-0C4000246536}" srcOrd="1" destOrd="0" presId="urn:microsoft.com/office/officeart/2005/8/layout/hierarchy1"/>
    <dgm:cxn modelId="{68AB754B-6BEF-40E7-B892-2B7444B918A7}" type="presParOf" srcId="{10AB97CD-4B6F-4FE8-9815-55C84BCD8232}" destId="{B0A8B71F-0336-4E77-9187-EB7361CF3F2E}" srcOrd="1" destOrd="0" presId="urn:microsoft.com/office/officeart/2005/8/layout/hierarchy1"/>
    <dgm:cxn modelId="{4AD0E021-C798-435E-AB3A-DA4C92658E09}" type="presParOf" srcId="{B0A8B71F-0336-4E77-9187-EB7361CF3F2E}" destId="{E2C7BC62-1532-4854-BA6D-A76A0355D57A}" srcOrd="0" destOrd="0" presId="urn:microsoft.com/office/officeart/2005/8/layout/hierarchy1"/>
    <dgm:cxn modelId="{F829EBDE-8B41-42F3-A529-65F641C3497D}" type="presParOf" srcId="{E2C7BC62-1532-4854-BA6D-A76A0355D57A}" destId="{5EAD07D7-CD15-4104-BAA4-B344CC19F785}" srcOrd="0" destOrd="0" presId="urn:microsoft.com/office/officeart/2005/8/layout/hierarchy1"/>
    <dgm:cxn modelId="{14227988-8FC6-4D78-BEF7-AC1BFD709AF4}" type="presParOf" srcId="{E2C7BC62-1532-4854-BA6D-A76A0355D57A}" destId="{E617414E-BB4B-4068-8F99-CE46C86253F1}" srcOrd="1" destOrd="0" presId="urn:microsoft.com/office/officeart/2005/8/layout/hierarchy1"/>
    <dgm:cxn modelId="{FE5715A1-0B86-436D-A976-0B7CC9E62EEE}" type="presParOf" srcId="{B0A8B71F-0336-4E77-9187-EB7361CF3F2E}" destId="{68A613DC-60D3-4BAA-941C-CE85F0711D0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691AE43-375D-49DB-9740-7BE1D84B7A93}"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C388C392-6793-493C-A843-565B22736BA1}">
      <dgm:prSet/>
      <dgm:spPr/>
      <dgm:t>
        <a:bodyPr/>
        <a:lstStyle/>
        <a:p>
          <a:r>
            <a:rPr lang="en-US" b="1" dirty="0"/>
            <a:t>AI Virtual Assistant: </a:t>
          </a:r>
          <a:r>
            <a:rPr lang="en-US" dirty="0"/>
            <a:t>Personalized assistance to guide students through CALCS resources    </a:t>
          </a:r>
        </a:p>
      </dgm:t>
    </dgm:pt>
    <dgm:pt modelId="{74BA865D-2348-4E1D-BD48-2D9C500AE682}" type="parTrans" cxnId="{DCFB7E6E-9EB9-48DD-AF80-72171D680CB3}">
      <dgm:prSet/>
      <dgm:spPr/>
      <dgm:t>
        <a:bodyPr/>
        <a:lstStyle/>
        <a:p>
          <a:endParaRPr lang="en-US"/>
        </a:p>
      </dgm:t>
    </dgm:pt>
    <dgm:pt modelId="{08AE7562-7688-4892-AAF2-F149C2058A72}" type="sibTrans" cxnId="{DCFB7E6E-9EB9-48DD-AF80-72171D680CB3}">
      <dgm:prSet/>
      <dgm:spPr/>
      <dgm:t>
        <a:bodyPr/>
        <a:lstStyle/>
        <a:p>
          <a:endParaRPr lang="en-US"/>
        </a:p>
      </dgm:t>
    </dgm:pt>
    <dgm:pt modelId="{3F8D9684-086E-49AF-9D66-DA957F508C20}">
      <dgm:prSet/>
      <dgm:spPr/>
      <dgm:t>
        <a:bodyPr/>
        <a:lstStyle/>
        <a:p>
          <a:r>
            <a:rPr lang="en-US" b="1" dirty="0"/>
            <a:t>Text-to-Audio and Live Captioning: </a:t>
          </a:r>
          <a:r>
            <a:rPr lang="en-US" dirty="0"/>
            <a:t>Make content accessible for students with disabilities    </a:t>
          </a:r>
        </a:p>
      </dgm:t>
    </dgm:pt>
    <dgm:pt modelId="{B20D8805-EE0F-4AC9-9294-A0222A5F2DFF}" type="parTrans" cxnId="{BE6CE8A2-574F-4A6B-98D4-4D9A9D5FC50A}">
      <dgm:prSet/>
      <dgm:spPr/>
      <dgm:t>
        <a:bodyPr/>
        <a:lstStyle/>
        <a:p>
          <a:endParaRPr lang="en-US"/>
        </a:p>
      </dgm:t>
    </dgm:pt>
    <dgm:pt modelId="{D6C411B3-2496-4945-95BC-30AE3C6536FC}" type="sibTrans" cxnId="{BE6CE8A2-574F-4A6B-98D4-4D9A9D5FC50A}">
      <dgm:prSet/>
      <dgm:spPr/>
      <dgm:t>
        <a:bodyPr/>
        <a:lstStyle/>
        <a:p>
          <a:endParaRPr lang="en-US"/>
        </a:p>
      </dgm:t>
    </dgm:pt>
    <dgm:pt modelId="{AD4C32C3-D791-46BE-985F-619AA00966BF}">
      <dgm:prSet/>
      <dgm:spPr/>
      <dgm:t>
        <a:bodyPr/>
        <a:lstStyle/>
        <a:p>
          <a:r>
            <a:rPr lang="en-US" b="1" dirty="0"/>
            <a:t>Virtual Peer Support Platform: </a:t>
          </a:r>
          <a:r>
            <a:rPr lang="en-US" dirty="0"/>
            <a:t>Allow students to connect and support each other remotely, reducing social barriers</a:t>
          </a:r>
        </a:p>
      </dgm:t>
    </dgm:pt>
    <dgm:pt modelId="{C9F2E27C-63A5-4BF3-8574-E0DFDD208878}" type="parTrans" cxnId="{9FDA20AC-ACE7-492B-A8BF-278D91DE3241}">
      <dgm:prSet/>
      <dgm:spPr/>
      <dgm:t>
        <a:bodyPr/>
        <a:lstStyle/>
        <a:p>
          <a:endParaRPr lang="en-US"/>
        </a:p>
      </dgm:t>
    </dgm:pt>
    <dgm:pt modelId="{B54C6EC4-EB1D-406D-AE53-62F65EBA3E89}" type="sibTrans" cxnId="{9FDA20AC-ACE7-492B-A8BF-278D91DE3241}">
      <dgm:prSet/>
      <dgm:spPr/>
      <dgm:t>
        <a:bodyPr/>
        <a:lstStyle/>
        <a:p>
          <a:endParaRPr lang="en-US"/>
        </a:p>
      </dgm:t>
    </dgm:pt>
    <dgm:pt modelId="{F6425B51-F8B9-4719-96E5-2B04858A0B3D}" type="pres">
      <dgm:prSet presAssocID="{3691AE43-375D-49DB-9740-7BE1D84B7A93}" presName="root" presStyleCnt="0">
        <dgm:presLayoutVars>
          <dgm:dir/>
          <dgm:resizeHandles val="exact"/>
        </dgm:presLayoutVars>
      </dgm:prSet>
      <dgm:spPr/>
    </dgm:pt>
    <dgm:pt modelId="{EB6AFCC5-A7B6-4C85-9D8E-C7287DDB037D}" type="pres">
      <dgm:prSet presAssocID="{C388C392-6793-493C-A843-565B22736BA1}" presName="compNode" presStyleCnt="0"/>
      <dgm:spPr/>
    </dgm:pt>
    <dgm:pt modelId="{BD711839-A85B-4526-B0C1-4AF46CF0E6CA}" type="pres">
      <dgm:prSet presAssocID="{C388C392-6793-493C-A843-565B22736BA1}" presName="bgRect" presStyleLbl="bgShp" presStyleIdx="0" presStyleCnt="3"/>
      <dgm:spPr/>
    </dgm:pt>
    <dgm:pt modelId="{F0D1A92C-8F7C-41FF-8710-D001CF8EAA2E}" type="pres">
      <dgm:prSet presAssocID="{C388C392-6793-493C-A843-565B22736BA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a:ext>
      </dgm:extLst>
    </dgm:pt>
    <dgm:pt modelId="{98FFBDBE-2EEA-4189-906B-5D736B117431}" type="pres">
      <dgm:prSet presAssocID="{C388C392-6793-493C-A843-565B22736BA1}" presName="spaceRect" presStyleCnt="0"/>
      <dgm:spPr/>
    </dgm:pt>
    <dgm:pt modelId="{C4BE5516-747C-4E1C-94AF-48740E971DEF}" type="pres">
      <dgm:prSet presAssocID="{C388C392-6793-493C-A843-565B22736BA1}" presName="parTx" presStyleLbl="revTx" presStyleIdx="0" presStyleCnt="3">
        <dgm:presLayoutVars>
          <dgm:chMax val="0"/>
          <dgm:chPref val="0"/>
        </dgm:presLayoutVars>
      </dgm:prSet>
      <dgm:spPr/>
    </dgm:pt>
    <dgm:pt modelId="{0BC678BF-963C-4849-B599-FCAEA57E57E8}" type="pres">
      <dgm:prSet presAssocID="{08AE7562-7688-4892-AAF2-F149C2058A72}" presName="sibTrans" presStyleCnt="0"/>
      <dgm:spPr/>
    </dgm:pt>
    <dgm:pt modelId="{D211C689-4F99-4C61-9163-47B1272226B5}" type="pres">
      <dgm:prSet presAssocID="{3F8D9684-086E-49AF-9D66-DA957F508C20}" presName="compNode" presStyleCnt="0"/>
      <dgm:spPr/>
    </dgm:pt>
    <dgm:pt modelId="{5ED75693-0527-497F-8286-FFC497FB06D0}" type="pres">
      <dgm:prSet presAssocID="{3F8D9684-086E-49AF-9D66-DA957F508C20}" presName="bgRect" presStyleLbl="bgShp" presStyleIdx="1" presStyleCnt="3"/>
      <dgm:spPr/>
    </dgm:pt>
    <dgm:pt modelId="{07A71D9D-5235-4F8A-A6E0-14BE14F3A22B}" type="pres">
      <dgm:prSet presAssocID="{3F8D9684-086E-49AF-9D66-DA957F508C2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Bubble"/>
        </a:ext>
      </dgm:extLst>
    </dgm:pt>
    <dgm:pt modelId="{A6B0A14A-48DB-4F93-8EEC-04314BFD8755}" type="pres">
      <dgm:prSet presAssocID="{3F8D9684-086E-49AF-9D66-DA957F508C20}" presName="spaceRect" presStyleCnt="0"/>
      <dgm:spPr/>
    </dgm:pt>
    <dgm:pt modelId="{23443B6F-01C5-465C-96BB-CF999644EBB6}" type="pres">
      <dgm:prSet presAssocID="{3F8D9684-086E-49AF-9D66-DA957F508C20}" presName="parTx" presStyleLbl="revTx" presStyleIdx="1" presStyleCnt="3">
        <dgm:presLayoutVars>
          <dgm:chMax val="0"/>
          <dgm:chPref val="0"/>
        </dgm:presLayoutVars>
      </dgm:prSet>
      <dgm:spPr/>
    </dgm:pt>
    <dgm:pt modelId="{E558D45C-F251-405E-BFC3-791BB8DF4111}" type="pres">
      <dgm:prSet presAssocID="{D6C411B3-2496-4945-95BC-30AE3C6536FC}" presName="sibTrans" presStyleCnt="0"/>
      <dgm:spPr/>
    </dgm:pt>
    <dgm:pt modelId="{A76CB3CD-61D5-4C5C-B22A-E97582047BED}" type="pres">
      <dgm:prSet presAssocID="{AD4C32C3-D791-46BE-985F-619AA00966BF}" presName="compNode" presStyleCnt="0"/>
      <dgm:spPr/>
    </dgm:pt>
    <dgm:pt modelId="{754F7DCD-428D-4B9E-A536-5A9AFF0D60DB}" type="pres">
      <dgm:prSet presAssocID="{AD4C32C3-D791-46BE-985F-619AA00966BF}" presName="bgRect" presStyleLbl="bgShp" presStyleIdx="2" presStyleCnt="3"/>
      <dgm:spPr/>
    </dgm:pt>
    <dgm:pt modelId="{D6A2593B-6B76-4E94-ABB5-AD0C08AFBB51}" type="pres">
      <dgm:prSet presAssocID="{AD4C32C3-D791-46BE-985F-619AA00966B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ocial Network"/>
        </a:ext>
      </dgm:extLst>
    </dgm:pt>
    <dgm:pt modelId="{70830C31-B237-4D70-86E4-3C01717DEE66}" type="pres">
      <dgm:prSet presAssocID="{AD4C32C3-D791-46BE-985F-619AA00966BF}" presName="spaceRect" presStyleCnt="0"/>
      <dgm:spPr/>
    </dgm:pt>
    <dgm:pt modelId="{01E16A09-251F-4286-A73C-A6A4A41C8248}" type="pres">
      <dgm:prSet presAssocID="{AD4C32C3-D791-46BE-985F-619AA00966BF}" presName="parTx" presStyleLbl="revTx" presStyleIdx="2" presStyleCnt="3" custScaleY="100188">
        <dgm:presLayoutVars>
          <dgm:chMax val="0"/>
          <dgm:chPref val="0"/>
        </dgm:presLayoutVars>
      </dgm:prSet>
      <dgm:spPr/>
    </dgm:pt>
  </dgm:ptLst>
  <dgm:cxnLst>
    <dgm:cxn modelId="{6E92203D-B0DF-4407-87B5-BC774736DE5A}" type="presOf" srcId="{3691AE43-375D-49DB-9740-7BE1D84B7A93}" destId="{F6425B51-F8B9-4719-96E5-2B04858A0B3D}" srcOrd="0" destOrd="0" presId="urn:microsoft.com/office/officeart/2018/2/layout/IconVerticalSolidList"/>
    <dgm:cxn modelId="{69E0504B-A3EA-4BBD-A368-97D0ECB14FB6}" type="presOf" srcId="{AD4C32C3-D791-46BE-985F-619AA00966BF}" destId="{01E16A09-251F-4286-A73C-A6A4A41C8248}" srcOrd="0" destOrd="0" presId="urn:microsoft.com/office/officeart/2018/2/layout/IconVerticalSolidList"/>
    <dgm:cxn modelId="{DCFB7E6E-9EB9-48DD-AF80-72171D680CB3}" srcId="{3691AE43-375D-49DB-9740-7BE1D84B7A93}" destId="{C388C392-6793-493C-A843-565B22736BA1}" srcOrd="0" destOrd="0" parTransId="{74BA865D-2348-4E1D-BD48-2D9C500AE682}" sibTransId="{08AE7562-7688-4892-AAF2-F149C2058A72}"/>
    <dgm:cxn modelId="{BE6CE8A2-574F-4A6B-98D4-4D9A9D5FC50A}" srcId="{3691AE43-375D-49DB-9740-7BE1D84B7A93}" destId="{3F8D9684-086E-49AF-9D66-DA957F508C20}" srcOrd="1" destOrd="0" parTransId="{B20D8805-EE0F-4AC9-9294-A0222A5F2DFF}" sibTransId="{D6C411B3-2496-4945-95BC-30AE3C6536FC}"/>
    <dgm:cxn modelId="{9FDA20AC-ACE7-492B-A8BF-278D91DE3241}" srcId="{3691AE43-375D-49DB-9740-7BE1D84B7A93}" destId="{AD4C32C3-D791-46BE-985F-619AA00966BF}" srcOrd="2" destOrd="0" parTransId="{C9F2E27C-63A5-4BF3-8574-E0DFDD208878}" sibTransId="{B54C6EC4-EB1D-406D-AE53-62F65EBA3E89}"/>
    <dgm:cxn modelId="{2EB606AF-79F8-4F78-BA12-82ECC21F2A05}" type="presOf" srcId="{C388C392-6793-493C-A843-565B22736BA1}" destId="{C4BE5516-747C-4E1C-94AF-48740E971DEF}" srcOrd="0" destOrd="0" presId="urn:microsoft.com/office/officeart/2018/2/layout/IconVerticalSolidList"/>
    <dgm:cxn modelId="{995596CF-2A00-466C-9224-860C6A48D288}" type="presOf" srcId="{3F8D9684-086E-49AF-9D66-DA957F508C20}" destId="{23443B6F-01C5-465C-96BB-CF999644EBB6}" srcOrd="0" destOrd="0" presId="urn:microsoft.com/office/officeart/2018/2/layout/IconVerticalSolidList"/>
    <dgm:cxn modelId="{AA999D01-8DDB-43F1-B5DB-C924D3981AE0}" type="presParOf" srcId="{F6425B51-F8B9-4719-96E5-2B04858A0B3D}" destId="{EB6AFCC5-A7B6-4C85-9D8E-C7287DDB037D}" srcOrd="0" destOrd="0" presId="urn:microsoft.com/office/officeart/2018/2/layout/IconVerticalSolidList"/>
    <dgm:cxn modelId="{C9A68599-A746-43B8-AE6D-A4BC12287BDE}" type="presParOf" srcId="{EB6AFCC5-A7B6-4C85-9D8E-C7287DDB037D}" destId="{BD711839-A85B-4526-B0C1-4AF46CF0E6CA}" srcOrd="0" destOrd="0" presId="urn:microsoft.com/office/officeart/2018/2/layout/IconVerticalSolidList"/>
    <dgm:cxn modelId="{21EF15CC-B189-4670-A5CE-3CA8B50B0CBA}" type="presParOf" srcId="{EB6AFCC5-A7B6-4C85-9D8E-C7287DDB037D}" destId="{F0D1A92C-8F7C-41FF-8710-D001CF8EAA2E}" srcOrd="1" destOrd="0" presId="urn:microsoft.com/office/officeart/2018/2/layout/IconVerticalSolidList"/>
    <dgm:cxn modelId="{CE941202-9B98-4D03-B556-C4C38EC5D27C}" type="presParOf" srcId="{EB6AFCC5-A7B6-4C85-9D8E-C7287DDB037D}" destId="{98FFBDBE-2EEA-4189-906B-5D736B117431}" srcOrd="2" destOrd="0" presId="urn:microsoft.com/office/officeart/2018/2/layout/IconVerticalSolidList"/>
    <dgm:cxn modelId="{AC6EF28F-9A66-47E0-9B46-0A2F5D2DB505}" type="presParOf" srcId="{EB6AFCC5-A7B6-4C85-9D8E-C7287DDB037D}" destId="{C4BE5516-747C-4E1C-94AF-48740E971DEF}" srcOrd="3" destOrd="0" presId="urn:microsoft.com/office/officeart/2018/2/layout/IconVerticalSolidList"/>
    <dgm:cxn modelId="{1DB671D4-6486-48BA-9155-0BBDF609D26D}" type="presParOf" srcId="{F6425B51-F8B9-4719-96E5-2B04858A0B3D}" destId="{0BC678BF-963C-4849-B599-FCAEA57E57E8}" srcOrd="1" destOrd="0" presId="urn:microsoft.com/office/officeart/2018/2/layout/IconVerticalSolidList"/>
    <dgm:cxn modelId="{E1345844-76EC-4296-A3F0-54C64DCB63C8}" type="presParOf" srcId="{F6425B51-F8B9-4719-96E5-2B04858A0B3D}" destId="{D211C689-4F99-4C61-9163-47B1272226B5}" srcOrd="2" destOrd="0" presId="urn:microsoft.com/office/officeart/2018/2/layout/IconVerticalSolidList"/>
    <dgm:cxn modelId="{83C27245-FD3E-4E00-9AD3-1D61A0CFE5F4}" type="presParOf" srcId="{D211C689-4F99-4C61-9163-47B1272226B5}" destId="{5ED75693-0527-497F-8286-FFC497FB06D0}" srcOrd="0" destOrd="0" presId="urn:microsoft.com/office/officeart/2018/2/layout/IconVerticalSolidList"/>
    <dgm:cxn modelId="{5E5ACC5E-750A-42EE-BE4F-4015DC53FDE5}" type="presParOf" srcId="{D211C689-4F99-4C61-9163-47B1272226B5}" destId="{07A71D9D-5235-4F8A-A6E0-14BE14F3A22B}" srcOrd="1" destOrd="0" presId="urn:microsoft.com/office/officeart/2018/2/layout/IconVerticalSolidList"/>
    <dgm:cxn modelId="{50BDE13A-5138-4FF3-989B-67A485295EE7}" type="presParOf" srcId="{D211C689-4F99-4C61-9163-47B1272226B5}" destId="{A6B0A14A-48DB-4F93-8EEC-04314BFD8755}" srcOrd="2" destOrd="0" presId="urn:microsoft.com/office/officeart/2018/2/layout/IconVerticalSolidList"/>
    <dgm:cxn modelId="{6980EF28-363C-4C06-9E1C-249E3A79D304}" type="presParOf" srcId="{D211C689-4F99-4C61-9163-47B1272226B5}" destId="{23443B6F-01C5-465C-96BB-CF999644EBB6}" srcOrd="3" destOrd="0" presId="urn:microsoft.com/office/officeart/2018/2/layout/IconVerticalSolidList"/>
    <dgm:cxn modelId="{0E0670B1-8C49-44AC-BDF3-41D5A3E71A01}" type="presParOf" srcId="{F6425B51-F8B9-4719-96E5-2B04858A0B3D}" destId="{E558D45C-F251-405E-BFC3-791BB8DF4111}" srcOrd="3" destOrd="0" presId="urn:microsoft.com/office/officeart/2018/2/layout/IconVerticalSolidList"/>
    <dgm:cxn modelId="{344BD560-03E5-4099-B218-8CDE182F7F1A}" type="presParOf" srcId="{F6425B51-F8B9-4719-96E5-2B04858A0B3D}" destId="{A76CB3CD-61D5-4C5C-B22A-E97582047BED}" srcOrd="4" destOrd="0" presId="urn:microsoft.com/office/officeart/2018/2/layout/IconVerticalSolidList"/>
    <dgm:cxn modelId="{2CF9FB96-055A-43C7-AE51-2E74D2748877}" type="presParOf" srcId="{A76CB3CD-61D5-4C5C-B22A-E97582047BED}" destId="{754F7DCD-428D-4B9E-A536-5A9AFF0D60DB}" srcOrd="0" destOrd="0" presId="urn:microsoft.com/office/officeart/2018/2/layout/IconVerticalSolidList"/>
    <dgm:cxn modelId="{90FA3030-C3C9-4B00-A927-5C0A9B9584D3}" type="presParOf" srcId="{A76CB3CD-61D5-4C5C-B22A-E97582047BED}" destId="{D6A2593B-6B76-4E94-ABB5-AD0C08AFBB51}" srcOrd="1" destOrd="0" presId="urn:microsoft.com/office/officeart/2018/2/layout/IconVerticalSolidList"/>
    <dgm:cxn modelId="{4C52297C-A1A3-4DEC-B370-47C907C75D4B}" type="presParOf" srcId="{A76CB3CD-61D5-4C5C-B22A-E97582047BED}" destId="{70830C31-B237-4D70-86E4-3C01717DEE66}" srcOrd="2" destOrd="0" presId="urn:microsoft.com/office/officeart/2018/2/layout/IconVerticalSolidList"/>
    <dgm:cxn modelId="{A6E88E98-07F5-44D7-84B1-354CD3755AEC}" type="presParOf" srcId="{A76CB3CD-61D5-4C5C-B22A-E97582047BED}" destId="{01E16A09-251F-4286-A73C-A6A4A41C824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CC50D27-E711-44E7-A8C7-836B39A801EA}"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006AF20C-524F-4F5A-92F5-76E70BD2D50C}">
      <dgm:prSet/>
      <dgm:spPr/>
      <dgm:t>
        <a:bodyPr/>
        <a:lstStyle/>
        <a:p>
          <a:pPr>
            <a:defRPr b="1"/>
          </a:pPr>
          <a:r>
            <a:rPr lang="en-US" b="1"/>
            <a:t>Tech Stack</a:t>
          </a:r>
          <a:endParaRPr lang="en-US"/>
        </a:p>
      </dgm:t>
    </dgm:pt>
    <dgm:pt modelId="{E27CAFC7-AE27-4719-899C-FED75A0D0477}" type="parTrans" cxnId="{846F5BC5-247A-41D1-9E4D-4DC9AA59F16A}">
      <dgm:prSet/>
      <dgm:spPr/>
      <dgm:t>
        <a:bodyPr/>
        <a:lstStyle/>
        <a:p>
          <a:endParaRPr lang="en-US"/>
        </a:p>
      </dgm:t>
    </dgm:pt>
    <dgm:pt modelId="{7C3F224B-442D-4B17-BBD0-D8C0D8C8224A}" type="sibTrans" cxnId="{846F5BC5-247A-41D1-9E4D-4DC9AA59F16A}">
      <dgm:prSet/>
      <dgm:spPr/>
      <dgm:t>
        <a:bodyPr/>
        <a:lstStyle/>
        <a:p>
          <a:endParaRPr lang="en-US"/>
        </a:p>
      </dgm:t>
    </dgm:pt>
    <dgm:pt modelId="{9B1E3B7F-F125-40DD-A259-4ED6EDEF1E2C}">
      <dgm:prSet/>
      <dgm:spPr/>
      <dgm:t>
        <a:bodyPr/>
        <a:lstStyle/>
        <a:p>
          <a:r>
            <a:rPr lang="en-US" b="1"/>
            <a:t>NLP for AI Assistant</a:t>
          </a:r>
          <a:r>
            <a:rPr lang="en-US"/>
            <a:t>: Enables conversational responses to student queries.</a:t>
          </a:r>
        </a:p>
      </dgm:t>
    </dgm:pt>
    <dgm:pt modelId="{52F41471-91CE-4CDF-B8EC-6FC1FFECA71D}" type="parTrans" cxnId="{354CEBC4-4EB4-472B-9E82-332E07931F02}">
      <dgm:prSet/>
      <dgm:spPr/>
      <dgm:t>
        <a:bodyPr/>
        <a:lstStyle/>
        <a:p>
          <a:endParaRPr lang="en-US"/>
        </a:p>
      </dgm:t>
    </dgm:pt>
    <dgm:pt modelId="{D1B91432-F232-44F2-B762-9A1F1275CD77}" type="sibTrans" cxnId="{354CEBC4-4EB4-472B-9E82-332E07931F02}">
      <dgm:prSet/>
      <dgm:spPr/>
      <dgm:t>
        <a:bodyPr/>
        <a:lstStyle/>
        <a:p>
          <a:endParaRPr lang="en-US"/>
        </a:p>
      </dgm:t>
    </dgm:pt>
    <dgm:pt modelId="{161BB56C-8EFC-4C74-81A9-B9EBABD3556C}">
      <dgm:prSet/>
      <dgm:spPr/>
      <dgm:t>
        <a:bodyPr/>
        <a:lstStyle/>
        <a:p>
          <a:r>
            <a:rPr lang="en-US" b="1" dirty="0"/>
            <a:t>Gamification</a:t>
          </a:r>
          <a:r>
            <a:rPr lang="en-US" dirty="0"/>
            <a:t>: Points and rewards to boost engagement.</a:t>
          </a:r>
        </a:p>
      </dgm:t>
    </dgm:pt>
    <dgm:pt modelId="{CBA8F0FC-AA70-4AEE-871D-088B0D572777}" type="parTrans" cxnId="{E47A4A73-1FBD-4BDE-B15D-F1CE1F59E4E9}">
      <dgm:prSet/>
      <dgm:spPr/>
      <dgm:t>
        <a:bodyPr/>
        <a:lstStyle/>
        <a:p>
          <a:endParaRPr lang="en-US"/>
        </a:p>
      </dgm:t>
    </dgm:pt>
    <dgm:pt modelId="{A42098B2-9F18-4157-AFF4-012C5EA04B04}" type="sibTrans" cxnId="{E47A4A73-1FBD-4BDE-B15D-F1CE1F59E4E9}">
      <dgm:prSet/>
      <dgm:spPr/>
      <dgm:t>
        <a:bodyPr/>
        <a:lstStyle/>
        <a:p>
          <a:endParaRPr lang="en-US"/>
        </a:p>
      </dgm:t>
    </dgm:pt>
    <dgm:pt modelId="{B6FB03C5-53EC-4113-89E0-6964CF839852}">
      <dgm:prSet/>
      <dgm:spPr/>
      <dgm:t>
        <a:bodyPr/>
        <a:lstStyle/>
        <a:p>
          <a:r>
            <a:rPr lang="en-US" b="1" dirty="0"/>
            <a:t>Accessibility</a:t>
          </a:r>
          <a:r>
            <a:rPr lang="en-US" dirty="0"/>
            <a:t>: Screen readers, voice commands, and multilingual support.</a:t>
          </a:r>
        </a:p>
      </dgm:t>
    </dgm:pt>
    <dgm:pt modelId="{FDBC715F-FC0E-47AE-A8EF-300A648DBE83}" type="parTrans" cxnId="{ED3B490F-9EE6-4BA0-9218-676D96F83A54}">
      <dgm:prSet/>
      <dgm:spPr/>
      <dgm:t>
        <a:bodyPr/>
        <a:lstStyle/>
        <a:p>
          <a:endParaRPr lang="en-US"/>
        </a:p>
      </dgm:t>
    </dgm:pt>
    <dgm:pt modelId="{A668C36F-10E7-4644-B252-FB2DC4817F2E}" type="sibTrans" cxnId="{ED3B490F-9EE6-4BA0-9218-676D96F83A54}">
      <dgm:prSet/>
      <dgm:spPr/>
      <dgm:t>
        <a:bodyPr/>
        <a:lstStyle/>
        <a:p>
          <a:endParaRPr lang="en-US"/>
        </a:p>
      </dgm:t>
    </dgm:pt>
    <dgm:pt modelId="{7D6D0147-DFC0-4CE6-8917-80DADAF1B3CB}">
      <dgm:prSet/>
      <dgm:spPr/>
      <dgm:t>
        <a:bodyPr/>
        <a:lstStyle/>
        <a:p>
          <a:pPr>
            <a:defRPr b="1"/>
          </a:pPr>
          <a:r>
            <a:rPr lang="en-US" b="1" dirty="0"/>
            <a:t>Data Privacy and Security</a:t>
          </a:r>
          <a:endParaRPr lang="en-US" dirty="0"/>
        </a:p>
      </dgm:t>
    </dgm:pt>
    <dgm:pt modelId="{F0798CB2-2352-469E-8774-F455900E69C5}" type="parTrans" cxnId="{0955669B-20C7-4B41-96CD-52BA4DD6205B}">
      <dgm:prSet/>
      <dgm:spPr/>
      <dgm:t>
        <a:bodyPr/>
        <a:lstStyle/>
        <a:p>
          <a:endParaRPr lang="en-US"/>
        </a:p>
      </dgm:t>
    </dgm:pt>
    <dgm:pt modelId="{970DD54F-7FD0-4E60-87DF-C8C0427CC560}" type="sibTrans" cxnId="{0955669B-20C7-4B41-96CD-52BA4DD6205B}">
      <dgm:prSet/>
      <dgm:spPr/>
      <dgm:t>
        <a:bodyPr/>
        <a:lstStyle/>
        <a:p>
          <a:endParaRPr lang="en-US"/>
        </a:p>
      </dgm:t>
    </dgm:pt>
    <dgm:pt modelId="{A1F6F7A9-4F3B-4247-81D5-BAB5AE8E55B6}">
      <dgm:prSet/>
      <dgm:spPr/>
      <dgm:t>
        <a:bodyPr/>
        <a:lstStyle/>
        <a:p>
          <a:r>
            <a:rPr lang="en-US" b="1" dirty="0"/>
            <a:t>Anonymity</a:t>
          </a:r>
          <a:r>
            <a:rPr lang="en-US" dirty="0"/>
            <a:t>: Students can engage anonymously. </a:t>
          </a:r>
        </a:p>
      </dgm:t>
    </dgm:pt>
    <dgm:pt modelId="{2B0687B2-1AD8-41E9-BF2D-31608DB4F96C}" type="parTrans" cxnId="{67AB3BA0-9146-4CA1-BEE7-11C85777F927}">
      <dgm:prSet/>
      <dgm:spPr/>
      <dgm:t>
        <a:bodyPr/>
        <a:lstStyle/>
        <a:p>
          <a:endParaRPr lang="en-US"/>
        </a:p>
      </dgm:t>
    </dgm:pt>
    <dgm:pt modelId="{1AA5E9A0-875E-41AD-8432-54DD467CD61A}" type="sibTrans" cxnId="{67AB3BA0-9146-4CA1-BEE7-11C85777F927}">
      <dgm:prSet/>
      <dgm:spPr/>
      <dgm:t>
        <a:bodyPr/>
        <a:lstStyle/>
        <a:p>
          <a:endParaRPr lang="en-US"/>
        </a:p>
      </dgm:t>
    </dgm:pt>
    <dgm:pt modelId="{6E92C1F3-DD18-481F-8E05-13BEBA85BC86}">
      <dgm:prSet/>
      <dgm:spPr/>
      <dgm:t>
        <a:bodyPr/>
        <a:lstStyle/>
        <a:p>
          <a:r>
            <a:rPr lang="en-US" b="1" dirty="0"/>
            <a:t>Encrypted Storage</a:t>
          </a:r>
          <a:r>
            <a:rPr lang="en-US" dirty="0"/>
            <a:t>: Secure storage of data and interactions.</a:t>
          </a:r>
        </a:p>
      </dgm:t>
    </dgm:pt>
    <dgm:pt modelId="{82E40807-D71E-4875-A49A-8916AEBE1896}" type="parTrans" cxnId="{A33C9C57-A11A-4C02-91EE-703DEBD5E217}">
      <dgm:prSet/>
      <dgm:spPr/>
      <dgm:t>
        <a:bodyPr/>
        <a:lstStyle/>
        <a:p>
          <a:endParaRPr lang="en-US"/>
        </a:p>
      </dgm:t>
    </dgm:pt>
    <dgm:pt modelId="{3D262500-3181-4788-837D-FCFE7E37B51F}" type="sibTrans" cxnId="{A33C9C57-A11A-4C02-91EE-703DEBD5E217}">
      <dgm:prSet/>
      <dgm:spPr/>
      <dgm:t>
        <a:bodyPr/>
        <a:lstStyle/>
        <a:p>
          <a:endParaRPr lang="en-US"/>
        </a:p>
      </dgm:t>
    </dgm:pt>
    <dgm:pt modelId="{2D90DBB5-5332-4541-8E9C-5F97C91F88AA}">
      <dgm:prSet/>
      <dgm:spPr/>
      <dgm:t>
        <a:bodyPr/>
        <a:lstStyle/>
        <a:p>
          <a:pPr>
            <a:defRPr b="1"/>
          </a:pPr>
          <a:r>
            <a:rPr lang="en-US" b="1"/>
            <a:t>Scalability</a:t>
          </a:r>
          <a:endParaRPr lang="en-US"/>
        </a:p>
      </dgm:t>
    </dgm:pt>
    <dgm:pt modelId="{43FD4BF7-6F6E-415C-978F-8C55B2A4BAE6}" type="parTrans" cxnId="{B6ECBCC4-ACC4-4905-B301-246FFCFD2FF7}">
      <dgm:prSet/>
      <dgm:spPr/>
      <dgm:t>
        <a:bodyPr/>
        <a:lstStyle/>
        <a:p>
          <a:endParaRPr lang="en-US"/>
        </a:p>
      </dgm:t>
    </dgm:pt>
    <dgm:pt modelId="{F8842D7F-2527-4202-81C6-530FD32A69BF}" type="sibTrans" cxnId="{B6ECBCC4-ACC4-4905-B301-246FFCFD2FF7}">
      <dgm:prSet/>
      <dgm:spPr/>
      <dgm:t>
        <a:bodyPr/>
        <a:lstStyle/>
        <a:p>
          <a:endParaRPr lang="en-US"/>
        </a:p>
      </dgm:t>
    </dgm:pt>
    <dgm:pt modelId="{E2C76E31-2F5C-4DC4-9F73-0EF95B183275}">
      <dgm:prSet/>
      <dgm:spPr/>
      <dgm:t>
        <a:bodyPr/>
        <a:lstStyle/>
        <a:p>
          <a:r>
            <a:rPr lang="en-US" b="1" dirty="0"/>
            <a:t>Flexible Infrastructure</a:t>
          </a:r>
          <a:r>
            <a:rPr lang="en-US" dirty="0"/>
            <a:t>: Built to expand as CALCS grows.</a:t>
          </a:r>
        </a:p>
      </dgm:t>
    </dgm:pt>
    <dgm:pt modelId="{FD0F6E18-D9F6-47E5-893B-3524520CA7E8}" type="parTrans" cxnId="{D8027D0B-1791-48E9-85CF-39B394DA2089}">
      <dgm:prSet/>
      <dgm:spPr/>
      <dgm:t>
        <a:bodyPr/>
        <a:lstStyle/>
        <a:p>
          <a:endParaRPr lang="en-US"/>
        </a:p>
      </dgm:t>
    </dgm:pt>
    <dgm:pt modelId="{BF3FE716-3CD2-43C6-A744-7F554B454608}" type="sibTrans" cxnId="{D8027D0B-1791-48E9-85CF-39B394DA2089}">
      <dgm:prSet/>
      <dgm:spPr/>
      <dgm:t>
        <a:bodyPr/>
        <a:lstStyle/>
        <a:p>
          <a:endParaRPr lang="en-US"/>
        </a:p>
      </dgm:t>
    </dgm:pt>
    <dgm:pt modelId="{E2282AFF-5495-49AC-BC9C-BC97855F9CD4}">
      <dgm:prSet/>
      <dgm:spPr/>
      <dgm:t>
        <a:bodyPr/>
        <a:lstStyle/>
        <a:p>
          <a:r>
            <a:rPr lang="en-US" b="1" dirty="0"/>
            <a:t>Modular Design</a:t>
          </a:r>
          <a:r>
            <a:rPr lang="en-US" dirty="0"/>
            <a:t>: Key features can be enhanced independently.</a:t>
          </a:r>
        </a:p>
      </dgm:t>
    </dgm:pt>
    <dgm:pt modelId="{DE1E1D39-1CED-41B5-8880-8F9793FA9C39}" type="sibTrans" cxnId="{28D6C9E4-CA92-4829-9077-CF1EF2ACDC7F}">
      <dgm:prSet/>
      <dgm:spPr/>
      <dgm:t>
        <a:bodyPr/>
        <a:lstStyle/>
        <a:p>
          <a:endParaRPr lang="en-US"/>
        </a:p>
      </dgm:t>
    </dgm:pt>
    <dgm:pt modelId="{98DD54DF-C641-4CD1-BEA5-668B76FD9BE3}" type="parTrans" cxnId="{28D6C9E4-CA92-4829-9077-CF1EF2ACDC7F}">
      <dgm:prSet/>
      <dgm:spPr/>
      <dgm:t>
        <a:bodyPr/>
        <a:lstStyle/>
        <a:p>
          <a:endParaRPr lang="en-US"/>
        </a:p>
      </dgm:t>
    </dgm:pt>
    <dgm:pt modelId="{5A7F39B9-B7B9-48B7-9F4C-AB9D7131A1C9}">
      <dgm:prSet/>
      <dgm:spPr/>
      <dgm:t>
        <a:bodyPr/>
        <a:lstStyle/>
        <a:p>
          <a:r>
            <a:rPr lang="en-US" b="1" dirty="0"/>
            <a:t>Future Integration</a:t>
          </a:r>
          <a:r>
            <a:rPr lang="en-US" dirty="0"/>
            <a:t>: Can incorporate other campus resources over time.</a:t>
          </a:r>
        </a:p>
      </dgm:t>
    </dgm:pt>
    <dgm:pt modelId="{32399C1E-AFD8-4D01-BBBA-5967CE955F31}" type="sibTrans" cxnId="{C69DBFC1-E3D7-4F54-860C-ADB6AEBE3A1E}">
      <dgm:prSet/>
      <dgm:spPr/>
      <dgm:t>
        <a:bodyPr/>
        <a:lstStyle/>
        <a:p>
          <a:endParaRPr lang="en-US"/>
        </a:p>
      </dgm:t>
    </dgm:pt>
    <dgm:pt modelId="{F5308A35-EA93-4E61-BE1B-8B9BDE21DC30}" type="parTrans" cxnId="{C69DBFC1-E3D7-4F54-860C-ADB6AEBE3A1E}">
      <dgm:prSet/>
      <dgm:spPr/>
      <dgm:t>
        <a:bodyPr/>
        <a:lstStyle/>
        <a:p>
          <a:endParaRPr lang="en-US"/>
        </a:p>
      </dgm:t>
    </dgm:pt>
    <dgm:pt modelId="{C82855A2-11F1-4562-A694-1CC7D833AB79}" type="pres">
      <dgm:prSet presAssocID="{5CC50D27-E711-44E7-A8C7-836B39A801EA}" presName="linear" presStyleCnt="0">
        <dgm:presLayoutVars>
          <dgm:dir/>
          <dgm:animLvl val="lvl"/>
          <dgm:resizeHandles val="exact"/>
        </dgm:presLayoutVars>
      </dgm:prSet>
      <dgm:spPr/>
    </dgm:pt>
    <dgm:pt modelId="{DF41C963-57DD-43D1-8A3A-8F9001A6CEF6}" type="pres">
      <dgm:prSet presAssocID="{006AF20C-524F-4F5A-92F5-76E70BD2D50C}" presName="parentLin" presStyleCnt="0"/>
      <dgm:spPr/>
    </dgm:pt>
    <dgm:pt modelId="{AB0D9999-AAFF-4CDD-84A8-08D76D29ADB5}" type="pres">
      <dgm:prSet presAssocID="{006AF20C-524F-4F5A-92F5-76E70BD2D50C}" presName="parentLeftMargin" presStyleLbl="node1" presStyleIdx="0" presStyleCnt="3"/>
      <dgm:spPr/>
    </dgm:pt>
    <dgm:pt modelId="{4A4C6599-85C1-45F0-B489-CBFC09A826AE}" type="pres">
      <dgm:prSet presAssocID="{006AF20C-524F-4F5A-92F5-76E70BD2D50C}" presName="parentText" presStyleLbl="node1" presStyleIdx="0" presStyleCnt="3">
        <dgm:presLayoutVars>
          <dgm:chMax val="0"/>
          <dgm:bulletEnabled val="1"/>
        </dgm:presLayoutVars>
      </dgm:prSet>
      <dgm:spPr/>
    </dgm:pt>
    <dgm:pt modelId="{C4956AB3-1F68-47DB-AC58-009FBF9215CB}" type="pres">
      <dgm:prSet presAssocID="{006AF20C-524F-4F5A-92F5-76E70BD2D50C}" presName="negativeSpace" presStyleCnt="0"/>
      <dgm:spPr/>
    </dgm:pt>
    <dgm:pt modelId="{6135C294-5138-4D3D-B035-B26FF01B3E4F}" type="pres">
      <dgm:prSet presAssocID="{006AF20C-524F-4F5A-92F5-76E70BD2D50C}" presName="childText" presStyleLbl="conFgAcc1" presStyleIdx="0" presStyleCnt="3">
        <dgm:presLayoutVars>
          <dgm:bulletEnabled val="1"/>
        </dgm:presLayoutVars>
      </dgm:prSet>
      <dgm:spPr/>
    </dgm:pt>
    <dgm:pt modelId="{041D25F3-7DD6-473F-9AA5-383AF06825B6}" type="pres">
      <dgm:prSet presAssocID="{7C3F224B-442D-4B17-BBD0-D8C0D8C8224A}" presName="spaceBetweenRectangles" presStyleCnt="0"/>
      <dgm:spPr/>
    </dgm:pt>
    <dgm:pt modelId="{510AE32C-5DBF-4CF6-8322-603F0882AD23}" type="pres">
      <dgm:prSet presAssocID="{7D6D0147-DFC0-4CE6-8917-80DADAF1B3CB}" presName="parentLin" presStyleCnt="0"/>
      <dgm:spPr/>
    </dgm:pt>
    <dgm:pt modelId="{A6420B47-B462-4571-97B1-3B0B10384742}" type="pres">
      <dgm:prSet presAssocID="{7D6D0147-DFC0-4CE6-8917-80DADAF1B3CB}" presName="parentLeftMargin" presStyleLbl="node1" presStyleIdx="0" presStyleCnt="3"/>
      <dgm:spPr/>
    </dgm:pt>
    <dgm:pt modelId="{70B0C762-9571-41BA-A8E9-408E713412BE}" type="pres">
      <dgm:prSet presAssocID="{7D6D0147-DFC0-4CE6-8917-80DADAF1B3CB}" presName="parentText" presStyleLbl="node1" presStyleIdx="1" presStyleCnt="3">
        <dgm:presLayoutVars>
          <dgm:chMax val="0"/>
          <dgm:bulletEnabled val="1"/>
        </dgm:presLayoutVars>
      </dgm:prSet>
      <dgm:spPr/>
    </dgm:pt>
    <dgm:pt modelId="{6F818669-2AAB-464B-AD8E-22CA3AAB2A47}" type="pres">
      <dgm:prSet presAssocID="{7D6D0147-DFC0-4CE6-8917-80DADAF1B3CB}" presName="negativeSpace" presStyleCnt="0"/>
      <dgm:spPr/>
    </dgm:pt>
    <dgm:pt modelId="{602D5369-5D56-4C48-B8C5-B87E20052E05}" type="pres">
      <dgm:prSet presAssocID="{7D6D0147-DFC0-4CE6-8917-80DADAF1B3CB}" presName="childText" presStyleLbl="conFgAcc1" presStyleIdx="1" presStyleCnt="3">
        <dgm:presLayoutVars>
          <dgm:bulletEnabled val="1"/>
        </dgm:presLayoutVars>
      </dgm:prSet>
      <dgm:spPr/>
    </dgm:pt>
    <dgm:pt modelId="{7D474AB3-DEDD-41EF-9DC1-2EC67D2B2727}" type="pres">
      <dgm:prSet presAssocID="{970DD54F-7FD0-4E60-87DF-C8C0427CC560}" presName="spaceBetweenRectangles" presStyleCnt="0"/>
      <dgm:spPr/>
    </dgm:pt>
    <dgm:pt modelId="{15505224-609F-45A1-B7BC-4D53DD1B02A3}" type="pres">
      <dgm:prSet presAssocID="{2D90DBB5-5332-4541-8E9C-5F97C91F88AA}" presName="parentLin" presStyleCnt="0"/>
      <dgm:spPr/>
    </dgm:pt>
    <dgm:pt modelId="{D2FFC0D0-7FF4-4130-B7CB-A2EE6A2AF40F}" type="pres">
      <dgm:prSet presAssocID="{2D90DBB5-5332-4541-8E9C-5F97C91F88AA}" presName="parentLeftMargin" presStyleLbl="node1" presStyleIdx="1" presStyleCnt="3"/>
      <dgm:spPr/>
    </dgm:pt>
    <dgm:pt modelId="{5AA96F72-8052-4035-9356-00C545A4BF71}" type="pres">
      <dgm:prSet presAssocID="{2D90DBB5-5332-4541-8E9C-5F97C91F88AA}" presName="parentText" presStyleLbl="node1" presStyleIdx="2" presStyleCnt="3">
        <dgm:presLayoutVars>
          <dgm:chMax val="0"/>
          <dgm:bulletEnabled val="1"/>
        </dgm:presLayoutVars>
      </dgm:prSet>
      <dgm:spPr/>
    </dgm:pt>
    <dgm:pt modelId="{8DEACF28-D86C-4405-B734-FF12355197D4}" type="pres">
      <dgm:prSet presAssocID="{2D90DBB5-5332-4541-8E9C-5F97C91F88AA}" presName="negativeSpace" presStyleCnt="0"/>
      <dgm:spPr/>
    </dgm:pt>
    <dgm:pt modelId="{4E6A9A03-47FE-4787-B67B-9CF90753442C}" type="pres">
      <dgm:prSet presAssocID="{2D90DBB5-5332-4541-8E9C-5F97C91F88AA}" presName="childText" presStyleLbl="conFgAcc1" presStyleIdx="2" presStyleCnt="3">
        <dgm:presLayoutVars>
          <dgm:bulletEnabled val="1"/>
        </dgm:presLayoutVars>
      </dgm:prSet>
      <dgm:spPr/>
    </dgm:pt>
  </dgm:ptLst>
  <dgm:cxnLst>
    <dgm:cxn modelId="{B585EA08-4E27-4E23-9756-0B06EF0BDA14}" type="presOf" srcId="{E2282AFF-5495-49AC-BC9C-BC97855F9CD4}" destId="{4E6A9A03-47FE-4787-B67B-9CF90753442C}" srcOrd="0" destOrd="1" presId="urn:microsoft.com/office/officeart/2005/8/layout/list1"/>
    <dgm:cxn modelId="{D8027D0B-1791-48E9-85CF-39B394DA2089}" srcId="{2D90DBB5-5332-4541-8E9C-5F97C91F88AA}" destId="{E2C76E31-2F5C-4DC4-9F73-0EF95B183275}" srcOrd="0" destOrd="0" parTransId="{FD0F6E18-D9F6-47E5-893B-3524520CA7E8}" sibTransId="{BF3FE716-3CD2-43C6-A744-7F554B454608}"/>
    <dgm:cxn modelId="{ED3B490F-9EE6-4BA0-9218-676D96F83A54}" srcId="{006AF20C-524F-4F5A-92F5-76E70BD2D50C}" destId="{B6FB03C5-53EC-4113-89E0-6964CF839852}" srcOrd="2" destOrd="0" parTransId="{FDBC715F-FC0E-47AE-A8EF-300A648DBE83}" sibTransId="{A668C36F-10E7-4644-B252-FB2DC4817F2E}"/>
    <dgm:cxn modelId="{2420A519-4C5A-4A96-B510-AA1A39649E59}" type="presOf" srcId="{2D90DBB5-5332-4541-8E9C-5F97C91F88AA}" destId="{5AA96F72-8052-4035-9356-00C545A4BF71}" srcOrd="1" destOrd="0" presId="urn:microsoft.com/office/officeart/2005/8/layout/list1"/>
    <dgm:cxn modelId="{B5251124-7A5A-4294-8E68-A3F27CC7CB17}" type="presOf" srcId="{7D6D0147-DFC0-4CE6-8917-80DADAF1B3CB}" destId="{70B0C762-9571-41BA-A8E9-408E713412BE}" srcOrd="1" destOrd="0" presId="urn:microsoft.com/office/officeart/2005/8/layout/list1"/>
    <dgm:cxn modelId="{BE270628-739C-47AB-9DB1-F59D29BD4715}" type="presOf" srcId="{006AF20C-524F-4F5A-92F5-76E70BD2D50C}" destId="{AB0D9999-AAFF-4CDD-84A8-08D76D29ADB5}" srcOrd="0" destOrd="0" presId="urn:microsoft.com/office/officeart/2005/8/layout/list1"/>
    <dgm:cxn modelId="{0314AD29-866C-496F-8D25-F6D33FD42E2B}" type="presOf" srcId="{A1F6F7A9-4F3B-4247-81D5-BAB5AE8E55B6}" destId="{602D5369-5D56-4C48-B8C5-B87E20052E05}" srcOrd="0" destOrd="0" presId="urn:microsoft.com/office/officeart/2005/8/layout/list1"/>
    <dgm:cxn modelId="{D5F06046-D979-4F9D-A275-60A035CF0D15}" type="presOf" srcId="{7D6D0147-DFC0-4CE6-8917-80DADAF1B3CB}" destId="{A6420B47-B462-4571-97B1-3B0B10384742}" srcOrd="0" destOrd="0" presId="urn:microsoft.com/office/officeart/2005/8/layout/list1"/>
    <dgm:cxn modelId="{39B21A6D-30B6-44AA-A92D-B68003990C04}" type="presOf" srcId="{E2C76E31-2F5C-4DC4-9F73-0EF95B183275}" destId="{4E6A9A03-47FE-4787-B67B-9CF90753442C}" srcOrd="0" destOrd="0" presId="urn:microsoft.com/office/officeart/2005/8/layout/list1"/>
    <dgm:cxn modelId="{1CB70E51-E26A-4423-A3DE-E5E729FCD544}" type="presOf" srcId="{161BB56C-8EFC-4C74-81A9-B9EBABD3556C}" destId="{6135C294-5138-4D3D-B035-B26FF01B3E4F}" srcOrd="0" destOrd="1" presId="urn:microsoft.com/office/officeart/2005/8/layout/list1"/>
    <dgm:cxn modelId="{E47A4A73-1FBD-4BDE-B15D-F1CE1F59E4E9}" srcId="{006AF20C-524F-4F5A-92F5-76E70BD2D50C}" destId="{161BB56C-8EFC-4C74-81A9-B9EBABD3556C}" srcOrd="1" destOrd="0" parTransId="{CBA8F0FC-AA70-4AEE-871D-088B0D572777}" sibTransId="{A42098B2-9F18-4157-AFF4-012C5EA04B04}"/>
    <dgm:cxn modelId="{3B1BF053-EA11-4B7B-9EEE-CB5912325CF9}" type="presOf" srcId="{006AF20C-524F-4F5A-92F5-76E70BD2D50C}" destId="{4A4C6599-85C1-45F0-B489-CBFC09A826AE}" srcOrd="1" destOrd="0" presId="urn:microsoft.com/office/officeart/2005/8/layout/list1"/>
    <dgm:cxn modelId="{431CF576-C47D-4BF5-A698-E69700834347}" type="presOf" srcId="{B6FB03C5-53EC-4113-89E0-6964CF839852}" destId="{6135C294-5138-4D3D-B035-B26FF01B3E4F}" srcOrd="0" destOrd="2" presId="urn:microsoft.com/office/officeart/2005/8/layout/list1"/>
    <dgm:cxn modelId="{A280FA76-791A-4447-85AA-2ED30C9B3244}" type="presOf" srcId="{9B1E3B7F-F125-40DD-A259-4ED6EDEF1E2C}" destId="{6135C294-5138-4D3D-B035-B26FF01B3E4F}" srcOrd="0" destOrd="0" presId="urn:microsoft.com/office/officeart/2005/8/layout/list1"/>
    <dgm:cxn modelId="{A33C9C57-A11A-4C02-91EE-703DEBD5E217}" srcId="{7D6D0147-DFC0-4CE6-8917-80DADAF1B3CB}" destId="{6E92C1F3-DD18-481F-8E05-13BEBA85BC86}" srcOrd="1" destOrd="0" parTransId="{82E40807-D71E-4875-A49A-8916AEBE1896}" sibTransId="{3D262500-3181-4788-837D-FCFE7E37B51F}"/>
    <dgm:cxn modelId="{EBCCC37C-5DF6-48F6-A7CC-7360D98244B5}" type="presOf" srcId="{2D90DBB5-5332-4541-8E9C-5F97C91F88AA}" destId="{D2FFC0D0-7FF4-4130-B7CB-A2EE6A2AF40F}" srcOrd="0" destOrd="0" presId="urn:microsoft.com/office/officeart/2005/8/layout/list1"/>
    <dgm:cxn modelId="{0955669B-20C7-4B41-96CD-52BA4DD6205B}" srcId="{5CC50D27-E711-44E7-A8C7-836B39A801EA}" destId="{7D6D0147-DFC0-4CE6-8917-80DADAF1B3CB}" srcOrd="1" destOrd="0" parTransId="{F0798CB2-2352-469E-8774-F455900E69C5}" sibTransId="{970DD54F-7FD0-4E60-87DF-C8C0427CC560}"/>
    <dgm:cxn modelId="{67AB3BA0-9146-4CA1-BEE7-11C85777F927}" srcId="{7D6D0147-DFC0-4CE6-8917-80DADAF1B3CB}" destId="{A1F6F7A9-4F3B-4247-81D5-BAB5AE8E55B6}" srcOrd="0" destOrd="0" parTransId="{2B0687B2-1AD8-41E9-BF2D-31608DB4F96C}" sibTransId="{1AA5E9A0-875E-41AD-8432-54DD467CD61A}"/>
    <dgm:cxn modelId="{C69DBFC1-E3D7-4F54-860C-ADB6AEBE3A1E}" srcId="{2D90DBB5-5332-4541-8E9C-5F97C91F88AA}" destId="{5A7F39B9-B7B9-48B7-9F4C-AB9D7131A1C9}" srcOrd="2" destOrd="0" parTransId="{F5308A35-EA93-4E61-BE1B-8B9BDE21DC30}" sibTransId="{32399C1E-AFD8-4D01-BBBA-5967CE955F31}"/>
    <dgm:cxn modelId="{23731CC2-1446-4728-92F4-8EF4DD2A0D5A}" type="presOf" srcId="{5CC50D27-E711-44E7-A8C7-836B39A801EA}" destId="{C82855A2-11F1-4562-A694-1CC7D833AB79}" srcOrd="0" destOrd="0" presId="urn:microsoft.com/office/officeart/2005/8/layout/list1"/>
    <dgm:cxn modelId="{B6ECBCC4-ACC4-4905-B301-246FFCFD2FF7}" srcId="{5CC50D27-E711-44E7-A8C7-836B39A801EA}" destId="{2D90DBB5-5332-4541-8E9C-5F97C91F88AA}" srcOrd="2" destOrd="0" parTransId="{43FD4BF7-6F6E-415C-978F-8C55B2A4BAE6}" sibTransId="{F8842D7F-2527-4202-81C6-530FD32A69BF}"/>
    <dgm:cxn modelId="{354CEBC4-4EB4-472B-9E82-332E07931F02}" srcId="{006AF20C-524F-4F5A-92F5-76E70BD2D50C}" destId="{9B1E3B7F-F125-40DD-A259-4ED6EDEF1E2C}" srcOrd="0" destOrd="0" parTransId="{52F41471-91CE-4CDF-B8EC-6FC1FFECA71D}" sibTransId="{D1B91432-F232-44F2-B762-9A1F1275CD77}"/>
    <dgm:cxn modelId="{846F5BC5-247A-41D1-9E4D-4DC9AA59F16A}" srcId="{5CC50D27-E711-44E7-A8C7-836B39A801EA}" destId="{006AF20C-524F-4F5A-92F5-76E70BD2D50C}" srcOrd="0" destOrd="0" parTransId="{E27CAFC7-AE27-4719-899C-FED75A0D0477}" sibTransId="{7C3F224B-442D-4B17-BBD0-D8C0D8C8224A}"/>
    <dgm:cxn modelId="{28D6C9E4-CA92-4829-9077-CF1EF2ACDC7F}" srcId="{2D90DBB5-5332-4541-8E9C-5F97C91F88AA}" destId="{E2282AFF-5495-49AC-BC9C-BC97855F9CD4}" srcOrd="1" destOrd="0" parTransId="{98DD54DF-C641-4CD1-BEA5-668B76FD9BE3}" sibTransId="{DE1E1D39-1CED-41B5-8880-8F9793FA9C39}"/>
    <dgm:cxn modelId="{BF7FE8E7-C682-4EC0-A1A5-8EAB12199DED}" type="presOf" srcId="{5A7F39B9-B7B9-48B7-9F4C-AB9D7131A1C9}" destId="{4E6A9A03-47FE-4787-B67B-9CF90753442C}" srcOrd="0" destOrd="2" presId="urn:microsoft.com/office/officeart/2005/8/layout/list1"/>
    <dgm:cxn modelId="{BE01E6EB-9508-49EE-9B77-2210B5932FEF}" type="presOf" srcId="{6E92C1F3-DD18-481F-8E05-13BEBA85BC86}" destId="{602D5369-5D56-4C48-B8C5-B87E20052E05}" srcOrd="0" destOrd="1" presId="urn:microsoft.com/office/officeart/2005/8/layout/list1"/>
    <dgm:cxn modelId="{1BDCC0DF-399B-4FC2-A3AB-58167C61956C}" type="presParOf" srcId="{C82855A2-11F1-4562-A694-1CC7D833AB79}" destId="{DF41C963-57DD-43D1-8A3A-8F9001A6CEF6}" srcOrd="0" destOrd="0" presId="urn:microsoft.com/office/officeart/2005/8/layout/list1"/>
    <dgm:cxn modelId="{F74CC817-03CE-4D5C-BBD1-DD799CAC21A9}" type="presParOf" srcId="{DF41C963-57DD-43D1-8A3A-8F9001A6CEF6}" destId="{AB0D9999-AAFF-4CDD-84A8-08D76D29ADB5}" srcOrd="0" destOrd="0" presId="urn:microsoft.com/office/officeart/2005/8/layout/list1"/>
    <dgm:cxn modelId="{1F7E574B-78E9-4D56-900F-7B0CD9AB17D5}" type="presParOf" srcId="{DF41C963-57DD-43D1-8A3A-8F9001A6CEF6}" destId="{4A4C6599-85C1-45F0-B489-CBFC09A826AE}" srcOrd="1" destOrd="0" presId="urn:microsoft.com/office/officeart/2005/8/layout/list1"/>
    <dgm:cxn modelId="{97F72B1B-B494-4527-97D0-A489CEF21B16}" type="presParOf" srcId="{C82855A2-11F1-4562-A694-1CC7D833AB79}" destId="{C4956AB3-1F68-47DB-AC58-009FBF9215CB}" srcOrd="1" destOrd="0" presId="urn:microsoft.com/office/officeart/2005/8/layout/list1"/>
    <dgm:cxn modelId="{2772DF82-CB06-45A3-A6FE-328C5781BD71}" type="presParOf" srcId="{C82855A2-11F1-4562-A694-1CC7D833AB79}" destId="{6135C294-5138-4D3D-B035-B26FF01B3E4F}" srcOrd="2" destOrd="0" presId="urn:microsoft.com/office/officeart/2005/8/layout/list1"/>
    <dgm:cxn modelId="{008BB862-F400-4B3D-863D-5AE605C44ED3}" type="presParOf" srcId="{C82855A2-11F1-4562-A694-1CC7D833AB79}" destId="{041D25F3-7DD6-473F-9AA5-383AF06825B6}" srcOrd="3" destOrd="0" presId="urn:microsoft.com/office/officeart/2005/8/layout/list1"/>
    <dgm:cxn modelId="{1D3D03FF-89DF-4136-9F40-C818AB78DCB7}" type="presParOf" srcId="{C82855A2-11F1-4562-A694-1CC7D833AB79}" destId="{510AE32C-5DBF-4CF6-8322-603F0882AD23}" srcOrd="4" destOrd="0" presId="urn:microsoft.com/office/officeart/2005/8/layout/list1"/>
    <dgm:cxn modelId="{B518CBEA-FA04-409C-87E4-B5AB500E40F0}" type="presParOf" srcId="{510AE32C-5DBF-4CF6-8322-603F0882AD23}" destId="{A6420B47-B462-4571-97B1-3B0B10384742}" srcOrd="0" destOrd="0" presId="urn:microsoft.com/office/officeart/2005/8/layout/list1"/>
    <dgm:cxn modelId="{ECDEECBC-56CE-4E0E-B5CB-CA67FA61305C}" type="presParOf" srcId="{510AE32C-5DBF-4CF6-8322-603F0882AD23}" destId="{70B0C762-9571-41BA-A8E9-408E713412BE}" srcOrd="1" destOrd="0" presId="urn:microsoft.com/office/officeart/2005/8/layout/list1"/>
    <dgm:cxn modelId="{6158D0BC-DBF8-4C6B-A21D-CC2F803438BB}" type="presParOf" srcId="{C82855A2-11F1-4562-A694-1CC7D833AB79}" destId="{6F818669-2AAB-464B-AD8E-22CA3AAB2A47}" srcOrd="5" destOrd="0" presId="urn:microsoft.com/office/officeart/2005/8/layout/list1"/>
    <dgm:cxn modelId="{DA7488AD-626C-49B3-AE57-BAC403EB1C97}" type="presParOf" srcId="{C82855A2-11F1-4562-A694-1CC7D833AB79}" destId="{602D5369-5D56-4C48-B8C5-B87E20052E05}" srcOrd="6" destOrd="0" presId="urn:microsoft.com/office/officeart/2005/8/layout/list1"/>
    <dgm:cxn modelId="{BEBFC8E6-FC20-4032-BA5E-DB00F3B55DAF}" type="presParOf" srcId="{C82855A2-11F1-4562-A694-1CC7D833AB79}" destId="{7D474AB3-DEDD-41EF-9DC1-2EC67D2B2727}" srcOrd="7" destOrd="0" presId="urn:microsoft.com/office/officeart/2005/8/layout/list1"/>
    <dgm:cxn modelId="{BF5E58C2-DEFF-4536-87B1-57153985F724}" type="presParOf" srcId="{C82855A2-11F1-4562-A694-1CC7D833AB79}" destId="{15505224-609F-45A1-B7BC-4D53DD1B02A3}" srcOrd="8" destOrd="0" presId="urn:microsoft.com/office/officeart/2005/8/layout/list1"/>
    <dgm:cxn modelId="{DEFF4619-934C-482C-9122-9B643ADD98D2}" type="presParOf" srcId="{15505224-609F-45A1-B7BC-4D53DD1B02A3}" destId="{D2FFC0D0-7FF4-4130-B7CB-A2EE6A2AF40F}" srcOrd="0" destOrd="0" presId="urn:microsoft.com/office/officeart/2005/8/layout/list1"/>
    <dgm:cxn modelId="{3384974B-39E6-4D2B-A202-41E2AA9F7A45}" type="presParOf" srcId="{15505224-609F-45A1-B7BC-4D53DD1B02A3}" destId="{5AA96F72-8052-4035-9356-00C545A4BF71}" srcOrd="1" destOrd="0" presId="urn:microsoft.com/office/officeart/2005/8/layout/list1"/>
    <dgm:cxn modelId="{5B3BFCA4-0E47-4D31-9E63-DD3BAFDB2418}" type="presParOf" srcId="{C82855A2-11F1-4562-A694-1CC7D833AB79}" destId="{8DEACF28-D86C-4405-B734-FF12355197D4}" srcOrd="9" destOrd="0" presId="urn:microsoft.com/office/officeart/2005/8/layout/list1"/>
    <dgm:cxn modelId="{3343DC6B-2A41-4AA0-B3FB-850DFD60A193}" type="presParOf" srcId="{C82855A2-11F1-4562-A694-1CC7D833AB79}" destId="{4E6A9A03-47FE-4787-B67B-9CF90753442C}"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9228B5-5922-4EDF-BB08-06306E6CAF7D}">
      <dsp:nvSpPr>
        <dsp:cNvPr id="0" name=""/>
        <dsp:cNvSpPr/>
      </dsp:nvSpPr>
      <dsp:spPr>
        <a:xfrm>
          <a:off x="0" y="2282"/>
          <a:ext cx="5266944"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C5FDD9-9FE2-403F-8ED6-4C68E0021281}">
      <dsp:nvSpPr>
        <dsp:cNvPr id="0" name=""/>
        <dsp:cNvSpPr/>
      </dsp:nvSpPr>
      <dsp:spPr>
        <a:xfrm>
          <a:off x="349915" y="262549"/>
          <a:ext cx="636209" cy="6362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F4478F-FC30-4723-832B-E830E24267A3}">
      <dsp:nvSpPr>
        <dsp:cNvPr id="0" name=""/>
        <dsp:cNvSpPr/>
      </dsp:nvSpPr>
      <dsp:spPr>
        <a:xfrm>
          <a:off x="1336039" y="2282"/>
          <a:ext cx="3930904"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666750">
            <a:lnSpc>
              <a:spcPct val="90000"/>
            </a:lnSpc>
            <a:spcBef>
              <a:spcPct val="0"/>
            </a:spcBef>
            <a:spcAft>
              <a:spcPct val="35000"/>
            </a:spcAft>
            <a:buNone/>
          </a:pPr>
          <a:r>
            <a:rPr lang="en-US" sz="1500" b="0" i="0" kern="1200" baseline="0" dirty="0"/>
            <a:t>The Centre for Accessible Learning and Counselling Services (CALCS) at Centennial College is dedicated to supporting student mental health and wellbeing.</a:t>
          </a:r>
          <a:endParaRPr lang="en-US" sz="1500" kern="1200" dirty="0"/>
        </a:p>
      </dsp:txBody>
      <dsp:txXfrm>
        <a:off x="1336039" y="2282"/>
        <a:ext cx="3930904" cy="1156744"/>
      </dsp:txXfrm>
    </dsp:sp>
    <dsp:sp modelId="{13417C75-DFC8-4E8C-B2EE-2461FE4261EE}">
      <dsp:nvSpPr>
        <dsp:cNvPr id="0" name=""/>
        <dsp:cNvSpPr/>
      </dsp:nvSpPr>
      <dsp:spPr>
        <a:xfrm>
          <a:off x="0" y="1448212"/>
          <a:ext cx="5266944"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5B2AE5-AC13-4CB3-AFE6-1C5047ADE74B}">
      <dsp:nvSpPr>
        <dsp:cNvPr id="0" name=""/>
        <dsp:cNvSpPr/>
      </dsp:nvSpPr>
      <dsp:spPr>
        <a:xfrm>
          <a:off x="349915" y="1708480"/>
          <a:ext cx="636209" cy="6362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CAFB52-3220-4BDF-B132-61F70C74FBF8}">
      <dsp:nvSpPr>
        <dsp:cNvPr id="0" name=""/>
        <dsp:cNvSpPr/>
      </dsp:nvSpPr>
      <dsp:spPr>
        <a:xfrm>
          <a:off x="1336039" y="1448212"/>
          <a:ext cx="3930904"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666750">
            <a:lnSpc>
              <a:spcPct val="90000"/>
            </a:lnSpc>
            <a:spcBef>
              <a:spcPct val="0"/>
            </a:spcBef>
            <a:spcAft>
              <a:spcPct val="35000"/>
            </a:spcAft>
            <a:buNone/>
          </a:pPr>
          <a:r>
            <a:rPr lang="en-US" sz="1500" b="0" i="0" kern="1200" baseline="0" dirty="0"/>
            <a:t>CALCS offers a range of services tailored to help students thrive academically, emotionally, and personally.</a:t>
          </a:r>
          <a:endParaRPr lang="en-US" sz="1500" kern="1200" dirty="0"/>
        </a:p>
      </dsp:txBody>
      <dsp:txXfrm>
        <a:off x="1336039" y="1448212"/>
        <a:ext cx="3930904" cy="1156744"/>
      </dsp:txXfrm>
    </dsp:sp>
    <dsp:sp modelId="{D25EEFC4-B0D6-436D-91B5-4525480A3A57}">
      <dsp:nvSpPr>
        <dsp:cNvPr id="0" name=""/>
        <dsp:cNvSpPr/>
      </dsp:nvSpPr>
      <dsp:spPr>
        <a:xfrm>
          <a:off x="0" y="2894143"/>
          <a:ext cx="5266944"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692774-43A6-4154-8D0D-F396BC2842EB}">
      <dsp:nvSpPr>
        <dsp:cNvPr id="0" name=""/>
        <dsp:cNvSpPr/>
      </dsp:nvSpPr>
      <dsp:spPr>
        <a:xfrm>
          <a:off x="349915" y="3154410"/>
          <a:ext cx="636209" cy="6362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6D61E5-D863-4BE7-BE51-5437391EA2B7}">
      <dsp:nvSpPr>
        <dsp:cNvPr id="0" name=""/>
        <dsp:cNvSpPr/>
      </dsp:nvSpPr>
      <dsp:spPr>
        <a:xfrm>
          <a:off x="1336039" y="2894143"/>
          <a:ext cx="3930904"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666750">
            <a:lnSpc>
              <a:spcPct val="90000"/>
            </a:lnSpc>
            <a:spcBef>
              <a:spcPct val="0"/>
            </a:spcBef>
            <a:spcAft>
              <a:spcPct val="35000"/>
            </a:spcAft>
            <a:buNone/>
          </a:pPr>
          <a:r>
            <a:rPr lang="en-US" sz="1500" b="0" i="0" kern="1200" baseline="0" dirty="0"/>
            <a:t>Despite these essential resources, many students remain unaware or hesitant to engage with CALCS.</a:t>
          </a:r>
          <a:endParaRPr lang="en-US" sz="1500" kern="1200" dirty="0"/>
        </a:p>
      </dsp:txBody>
      <dsp:txXfrm>
        <a:off x="1336039" y="2894143"/>
        <a:ext cx="3930904" cy="1156744"/>
      </dsp:txXfrm>
    </dsp:sp>
    <dsp:sp modelId="{AE752116-B0CB-42F9-B3B7-4360DC8EC2DB}">
      <dsp:nvSpPr>
        <dsp:cNvPr id="0" name=""/>
        <dsp:cNvSpPr/>
      </dsp:nvSpPr>
      <dsp:spPr>
        <a:xfrm>
          <a:off x="0" y="4340073"/>
          <a:ext cx="5266944" cy="11567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7B96A9-3118-4E21-A043-C1A8C9BD4BA0}">
      <dsp:nvSpPr>
        <dsp:cNvPr id="0" name=""/>
        <dsp:cNvSpPr/>
      </dsp:nvSpPr>
      <dsp:spPr>
        <a:xfrm>
          <a:off x="349915" y="4600340"/>
          <a:ext cx="636209" cy="6362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F0FCF6-8D3A-46CA-83BA-78C688978EF2}">
      <dsp:nvSpPr>
        <dsp:cNvPr id="0" name=""/>
        <dsp:cNvSpPr/>
      </dsp:nvSpPr>
      <dsp:spPr>
        <a:xfrm>
          <a:off x="1336039" y="4340073"/>
          <a:ext cx="3930904" cy="1156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22" tIns="122422" rIns="122422" bIns="122422" numCol="1" spcCol="1270" anchor="ctr" anchorCtr="0">
          <a:noAutofit/>
        </a:bodyPr>
        <a:lstStyle/>
        <a:p>
          <a:pPr marL="0" lvl="0" indent="0" algn="l" defTabSz="666750">
            <a:lnSpc>
              <a:spcPct val="90000"/>
            </a:lnSpc>
            <a:spcBef>
              <a:spcPct val="0"/>
            </a:spcBef>
            <a:spcAft>
              <a:spcPct val="35000"/>
            </a:spcAft>
            <a:buNone/>
          </a:pPr>
          <a:r>
            <a:rPr lang="en-US" sz="1500" b="0" i="0" kern="1200" baseline="0" dirty="0"/>
            <a:t>This lack of awareness or hesitation limits students' ability to fully benefit from CALCS services. </a:t>
          </a:r>
          <a:endParaRPr lang="en-US" sz="1500" kern="1200" dirty="0"/>
        </a:p>
      </dsp:txBody>
      <dsp:txXfrm>
        <a:off x="1336039" y="4340073"/>
        <a:ext cx="3930904" cy="11567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C03665-2CC7-47A8-B11A-53E122E8C720}">
      <dsp:nvSpPr>
        <dsp:cNvPr id="0" name=""/>
        <dsp:cNvSpPr/>
      </dsp:nvSpPr>
      <dsp:spPr>
        <a:xfrm>
          <a:off x="1560937" y="164750"/>
          <a:ext cx="1164375" cy="11643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EB906A-90E7-4FD1-B75C-388E3A1F67C6}">
      <dsp:nvSpPr>
        <dsp:cNvPr id="0" name=""/>
        <dsp:cNvSpPr/>
      </dsp:nvSpPr>
      <dsp:spPr>
        <a:xfrm>
          <a:off x="849375" y="1661662"/>
          <a:ext cx="258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b="1" kern="1200" dirty="0"/>
            <a:t>Challenge: </a:t>
          </a:r>
          <a:r>
            <a:rPr lang="en-US" sz="1800" kern="1200" dirty="0"/>
            <a:t>Lack of awareness among students about CALCS services</a:t>
          </a:r>
        </a:p>
      </dsp:txBody>
      <dsp:txXfrm>
        <a:off x="849375" y="1661662"/>
        <a:ext cx="2587500" cy="720000"/>
      </dsp:txXfrm>
    </dsp:sp>
    <dsp:sp modelId="{DB437768-EB05-4F5B-88B8-E5BC57261527}">
      <dsp:nvSpPr>
        <dsp:cNvPr id="0" name=""/>
        <dsp:cNvSpPr/>
      </dsp:nvSpPr>
      <dsp:spPr>
        <a:xfrm>
          <a:off x="1560937" y="3028537"/>
          <a:ext cx="1164375" cy="11643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936FF2-AF09-4A24-9229-AB3CCE6FEB6C}">
      <dsp:nvSpPr>
        <dsp:cNvPr id="0" name=""/>
        <dsp:cNvSpPr/>
      </dsp:nvSpPr>
      <dsp:spPr>
        <a:xfrm>
          <a:off x="849375" y="4525449"/>
          <a:ext cx="258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b="1" kern="1200" dirty="0"/>
            <a:t>Impact: </a:t>
          </a:r>
          <a:r>
            <a:rPr lang="en-US" sz="1800" kern="1200" dirty="0"/>
            <a:t>Students miss out on essential resources that support their well-being</a:t>
          </a:r>
        </a:p>
      </dsp:txBody>
      <dsp:txXfrm>
        <a:off x="849375" y="4525449"/>
        <a:ext cx="25875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28F118-0406-4BC4-9D0B-691B42D33704}">
      <dsp:nvSpPr>
        <dsp:cNvPr id="0" name=""/>
        <dsp:cNvSpPr/>
      </dsp:nvSpPr>
      <dsp:spPr>
        <a:xfrm>
          <a:off x="0" y="893603"/>
          <a:ext cx="4994480" cy="16497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4FC810-DA52-4216-96A1-A20C35C1DE0D}">
      <dsp:nvSpPr>
        <dsp:cNvPr id="0" name=""/>
        <dsp:cNvSpPr/>
      </dsp:nvSpPr>
      <dsp:spPr>
        <a:xfrm>
          <a:off x="499043" y="1264792"/>
          <a:ext cx="907351" cy="9073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9565C0-FBFA-4247-AAF3-92F96317635A}">
      <dsp:nvSpPr>
        <dsp:cNvPr id="0" name=""/>
        <dsp:cNvSpPr/>
      </dsp:nvSpPr>
      <dsp:spPr>
        <a:xfrm>
          <a:off x="1905438" y="893603"/>
          <a:ext cx="3089041" cy="1649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596" tIns="174596" rIns="174596" bIns="174596" numCol="1" spcCol="1270" anchor="ctr" anchorCtr="0">
          <a:noAutofit/>
        </a:bodyPr>
        <a:lstStyle/>
        <a:p>
          <a:pPr marL="0" lvl="0" indent="0" algn="l" defTabSz="844550">
            <a:lnSpc>
              <a:spcPct val="90000"/>
            </a:lnSpc>
            <a:spcBef>
              <a:spcPct val="0"/>
            </a:spcBef>
            <a:spcAft>
              <a:spcPct val="35000"/>
            </a:spcAft>
            <a:buNone/>
          </a:pPr>
          <a:r>
            <a:rPr lang="en-US" sz="1900" b="1" kern="1200" dirty="0"/>
            <a:t>Challenge</a:t>
          </a:r>
          <a:r>
            <a:rPr lang="en-US" sz="1900" kern="1200" dirty="0"/>
            <a:t>: Low participation and continuity in CALCS programs even among registered students    </a:t>
          </a:r>
        </a:p>
      </dsp:txBody>
      <dsp:txXfrm>
        <a:off x="1905438" y="893603"/>
        <a:ext cx="3089041" cy="1649730"/>
      </dsp:txXfrm>
    </dsp:sp>
    <dsp:sp modelId="{62D1A080-C0F7-4AAC-93C8-9F279569CD09}">
      <dsp:nvSpPr>
        <dsp:cNvPr id="0" name=""/>
        <dsp:cNvSpPr/>
      </dsp:nvSpPr>
      <dsp:spPr>
        <a:xfrm>
          <a:off x="0" y="2955766"/>
          <a:ext cx="4994480" cy="16497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6F730D-447C-4B1C-ADBA-2F1896592D5D}">
      <dsp:nvSpPr>
        <dsp:cNvPr id="0" name=""/>
        <dsp:cNvSpPr/>
      </dsp:nvSpPr>
      <dsp:spPr>
        <a:xfrm>
          <a:off x="499043" y="3326955"/>
          <a:ext cx="907351" cy="9073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CA2F63-D971-416D-A519-C70F15AD8F55}">
      <dsp:nvSpPr>
        <dsp:cNvPr id="0" name=""/>
        <dsp:cNvSpPr/>
      </dsp:nvSpPr>
      <dsp:spPr>
        <a:xfrm>
          <a:off x="1905438" y="2955766"/>
          <a:ext cx="3089041" cy="1649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596" tIns="174596" rIns="174596" bIns="174596" numCol="1" spcCol="1270" anchor="ctr" anchorCtr="0">
          <a:noAutofit/>
        </a:bodyPr>
        <a:lstStyle/>
        <a:p>
          <a:pPr marL="0" lvl="0" indent="0" algn="l" defTabSz="844550">
            <a:lnSpc>
              <a:spcPct val="90000"/>
            </a:lnSpc>
            <a:spcBef>
              <a:spcPct val="0"/>
            </a:spcBef>
            <a:spcAft>
              <a:spcPct val="35000"/>
            </a:spcAft>
            <a:buNone/>
          </a:pPr>
          <a:r>
            <a:rPr lang="en-US" sz="1900" b="1" kern="1200" dirty="0"/>
            <a:t>Impact</a:t>
          </a:r>
          <a:r>
            <a:rPr lang="en-US" sz="1900" kern="1200" dirty="0"/>
            <a:t>: CALCS resources underutilized, lower student support</a:t>
          </a:r>
        </a:p>
      </dsp:txBody>
      <dsp:txXfrm>
        <a:off x="1905438" y="2955766"/>
        <a:ext cx="3089041" cy="16497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A9A6F1-EC51-4CE8-BB78-CA7D27FBC7DB}">
      <dsp:nvSpPr>
        <dsp:cNvPr id="0" name=""/>
        <dsp:cNvSpPr/>
      </dsp:nvSpPr>
      <dsp:spPr>
        <a:xfrm>
          <a:off x="0" y="470"/>
          <a:ext cx="7972425" cy="11019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83C4F1-B7AB-4FE7-9435-6265AFFC9790}">
      <dsp:nvSpPr>
        <dsp:cNvPr id="0" name=""/>
        <dsp:cNvSpPr/>
      </dsp:nvSpPr>
      <dsp:spPr>
        <a:xfrm>
          <a:off x="333327" y="248400"/>
          <a:ext cx="606050" cy="6060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87B2C8-2F75-4D52-B492-FB0F6412825A}">
      <dsp:nvSpPr>
        <dsp:cNvPr id="0" name=""/>
        <dsp:cNvSpPr/>
      </dsp:nvSpPr>
      <dsp:spPr>
        <a:xfrm>
          <a:off x="1272705" y="470"/>
          <a:ext cx="6699719" cy="1101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619" tIns="116619" rIns="116619" bIns="116619" numCol="1" spcCol="1270" anchor="ctr" anchorCtr="0">
          <a:noAutofit/>
        </a:bodyPr>
        <a:lstStyle/>
        <a:p>
          <a:pPr marL="0" lvl="0" indent="0" algn="l" defTabSz="844550">
            <a:lnSpc>
              <a:spcPct val="100000"/>
            </a:lnSpc>
            <a:spcBef>
              <a:spcPct val="0"/>
            </a:spcBef>
            <a:spcAft>
              <a:spcPct val="35000"/>
            </a:spcAft>
            <a:buNone/>
          </a:pPr>
          <a:r>
            <a:rPr lang="en-CA" sz="1900" b="1" kern="1200" dirty="0"/>
            <a:t>Point-Based Reward System</a:t>
          </a:r>
          <a:r>
            <a:rPr lang="en-CA" sz="1900" kern="1200" dirty="0"/>
            <a:t>: Students earn points for logging in, watching videos, and participating in events    </a:t>
          </a:r>
          <a:endParaRPr lang="en-US" sz="1900" kern="1200" dirty="0"/>
        </a:p>
      </dsp:txBody>
      <dsp:txXfrm>
        <a:off x="1272705" y="470"/>
        <a:ext cx="6699719" cy="1101909"/>
      </dsp:txXfrm>
    </dsp:sp>
    <dsp:sp modelId="{4F2F44B9-9267-4FD8-A7B3-9101B81EBC38}">
      <dsp:nvSpPr>
        <dsp:cNvPr id="0" name=""/>
        <dsp:cNvSpPr/>
      </dsp:nvSpPr>
      <dsp:spPr>
        <a:xfrm>
          <a:off x="0" y="1377858"/>
          <a:ext cx="7972425" cy="11019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3A1631-4B18-424A-B7A6-146FDBFD2650}">
      <dsp:nvSpPr>
        <dsp:cNvPr id="0" name=""/>
        <dsp:cNvSpPr/>
      </dsp:nvSpPr>
      <dsp:spPr>
        <a:xfrm>
          <a:off x="333327" y="1625787"/>
          <a:ext cx="606050" cy="6060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2D146A-7D70-478A-8040-F85B67C71C5E}">
      <dsp:nvSpPr>
        <dsp:cNvPr id="0" name=""/>
        <dsp:cNvSpPr/>
      </dsp:nvSpPr>
      <dsp:spPr>
        <a:xfrm>
          <a:off x="1272705" y="1377858"/>
          <a:ext cx="6699719" cy="1101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619" tIns="116619" rIns="116619" bIns="116619" numCol="1" spcCol="1270" anchor="ctr" anchorCtr="0">
          <a:noAutofit/>
        </a:bodyPr>
        <a:lstStyle/>
        <a:p>
          <a:pPr marL="0" lvl="0" indent="0" algn="l" defTabSz="844550">
            <a:lnSpc>
              <a:spcPct val="100000"/>
            </a:lnSpc>
            <a:spcBef>
              <a:spcPct val="0"/>
            </a:spcBef>
            <a:spcAft>
              <a:spcPct val="35000"/>
            </a:spcAft>
            <a:buNone/>
          </a:pPr>
          <a:r>
            <a:rPr lang="en-CA" sz="1900" b="1" kern="1200" dirty="0"/>
            <a:t>Rewards</a:t>
          </a:r>
          <a:r>
            <a:rPr lang="en-CA" sz="1900" kern="1200" dirty="0"/>
            <a:t>: Points redeemable for college perks (e.g., marketplace, café discounts, campus vending machines)    </a:t>
          </a:r>
          <a:endParaRPr lang="en-US" sz="1900" kern="1200" dirty="0"/>
        </a:p>
      </dsp:txBody>
      <dsp:txXfrm>
        <a:off x="1272705" y="1377858"/>
        <a:ext cx="6699719" cy="1101909"/>
      </dsp:txXfrm>
    </dsp:sp>
    <dsp:sp modelId="{99025CEF-81F1-459D-B86F-0550C1B9A57E}">
      <dsp:nvSpPr>
        <dsp:cNvPr id="0" name=""/>
        <dsp:cNvSpPr/>
      </dsp:nvSpPr>
      <dsp:spPr>
        <a:xfrm>
          <a:off x="0" y="2755245"/>
          <a:ext cx="7972425" cy="11019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A7D0BF-F6AC-4CBA-9F8B-A31F331439B7}">
      <dsp:nvSpPr>
        <dsp:cNvPr id="0" name=""/>
        <dsp:cNvSpPr/>
      </dsp:nvSpPr>
      <dsp:spPr>
        <a:xfrm>
          <a:off x="333327" y="3003175"/>
          <a:ext cx="606050" cy="6060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4C5571-9305-4FB1-8889-0BFBA365B69B}">
      <dsp:nvSpPr>
        <dsp:cNvPr id="0" name=""/>
        <dsp:cNvSpPr/>
      </dsp:nvSpPr>
      <dsp:spPr>
        <a:xfrm>
          <a:off x="1272705" y="2755245"/>
          <a:ext cx="6699719" cy="1101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619" tIns="116619" rIns="116619" bIns="116619" numCol="1" spcCol="1270" anchor="ctr" anchorCtr="0">
          <a:noAutofit/>
        </a:bodyPr>
        <a:lstStyle/>
        <a:p>
          <a:pPr marL="0" lvl="0" indent="0" algn="l" defTabSz="844550">
            <a:lnSpc>
              <a:spcPct val="100000"/>
            </a:lnSpc>
            <a:spcBef>
              <a:spcPct val="0"/>
            </a:spcBef>
            <a:spcAft>
              <a:spcPct val="35000"/>
            </a:spcAft>
            <a:buNone/>
          </a:pPr>
          <a:r>
            <a:rPr lang="en-CA" sz="1900" b="1" kern="1200" dirty="0"/>
            <a:t>Interactive Quizzes/Games</a:t>
          </a:r>
          <a:r>
            <a:rPr lang="en-CA" sz="1900" kern="1200" dirty="0"/>
            <a:t>: Similar to rewards in MacDonald’s and Tim Horton’s apps, to keep it fun and engaging</a:t>
          </a:r>
          <a:endParaRPr lang="en-US" sz="1900" kern="1200" dirty="0"/>
        </a:p>
      </dsp:txBody>
      <dsp:txXfrm>
        <a:off x="1272705" y="2755245"/>
        <a:ext cx="6699719" cy="110190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FEA3EE-44B9-4701-9732-1B35681F5AA7}">
      <dsp:nvSpPr>
        <dsp:cNvPr id="0" name=""/>
        <dsp:cNvSpPr/>
      </dsp:nvSpPr>
      <dsp:spPr>
        <a:xfrm>
          <a:off x="978" y="597869"/>
          <a:ext cx="3435814" cy="21817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9D1C57-EDA9-47D1-BC59-BCD7CA88E133}">
      <dsp:nvSpPr>
        <dsp:cNvPr id="0" name=""/>
        <dsp:cNvSpPr/>
      </dsp:nvSpPr>
      <dsp:spPr>
        <a:xfrm>
          <a:off x="382736" y="960538"/>
          <a:ext cx="3435814" cy="218174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kern="1200" dirty="0"/>
            <a:t>Challenge</a:t>
          </a:r>
          <a:r>
            <a:rPr lang="en-US" sz="2700" kern="1200" dirty="0"/>
            <a:t>: Shyness, disabilities, or other barriers prevent some students from accessing CALCS    </a:t>
          </a:r>
        </a:p>
      </dsp:txBody>
      <dsp:txXfrm>
        <a:off x="446637" y="1024439"/>
        <a:ext cx="3308012" cy="2053940"/>
      </dsp:txXfrm>
    </dsp:sp>
    <dsp:sp modelId="{5EAD07D7-CD15-4104-BAA4-B344CC19F785}">
      <dsp:nvSpPr>
        <dsp:cNvPr id="0" name=""/>
        <dsp:cNvSpPr/>
      </dsp:nvSpPr>
      <dsp:spPr>
        <a:xfrm>
          <a:off x="4200308" y="597869"/>
          <a:ext cx="3435814" cy="21817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17414E-BB4B-4068-8F99-CE46C86253F1}">
      <dsp:nvSpPr>
        <dsp:cNvPr id="0" name=""/>
        <dsp:cNvSpPr/>
      </dsp:nvSpPr>
      <dsp:spPr>
        <a:xfrm>
          <a:off x="4582065" y="960538"/>
          <a:ext cx="3435814" cy="218174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kern="1200" dirty="0"/>
            <a:t>Impact</a:t>
          </a:r>
          <a:r>
            <a:rPr lang="en-US" sz="2700" kern="1200" dirty="0"/>
            <a:t>: Some students avoid engagement despite potential benefits</a:t>
          </a:r>
        </a:p>
      </dsp:txBody>
      <dsp:txXfrm>
        <a:off x="4645966" y="1024439"/>
        <a:ext cx="3308012" cy="20539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711839-A85B-4526-B0C1-4AF46CF0E6CA}">
      <dsp:nvSpPr>
        <dsp:cNvPr id="0" name=""/>
        <dsp:cNvSpPr/>
      </dsp:nvSpPr>
      <dsp:spPr>
        <a:xfrm>
          <a:off x="0" y="1370"/>
          <a:ext cx="4970943" cy="10671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D1A92C-8F7C-41FF-8710-D001CF8EAA2E}">
      <dsp:nvSpPr>
        <dsp:cNvPr id="0" name=""/>
        <dsp:cNvSpPr/>
      </dsp:nvSpPr>
      <dsp:spPr>
        <a:xfrm>
          <a:off x="322823" y="241487"/>
          <a:ext cx="586951" cy="5869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BE5516-747C-4E1C-94AF-48740E971DEF}">
      <dsp:nvSpPr>
        <dsp:cNvPr id="0" name=""/>
        <dsp:cNvSpPr/>
      </dsp:nvSpPr>
      <dsp:spPr>
        <a:xfrm>
          <a:off x="1232598" y="1370"/>
          <a:ext cx="3738344" cy="1067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944" tIns="112944" rIns="112944" bIns="112944" numCol="1" spcCol="1270" anchor="ctr" anchorCtr="0">
          <a:noAutofit/>
        </a:bodyPr>
        <a:lstStyle/>
        <a:p>
          <a:pPr marL="0" lvl="0" indent="0" algn="l" defTabSz="711200">
            <a:lnSpc>
              <a:spcPct val="90000"/>
            </a:lnSpc>
            <a:spcBef>
              <a:spcPct val="0"/>
            </a:spcBef>
            <a:spcAft>
              <a:spcPct val="35000"/>
            </a:spcAft>
            <a:buNone/>
          </a:pPr>
          <a:r>
            <a:rPr lang="en-US" sz="1600" b="1" kern="1200" dirty="0"/>
            <a:t>AI Virtual Assistant: </a:t>
          </a:r>
          <a:r>
            <a:rPr lang="en-US" sz="1600" kern="1200" dirty="0"/>
            <a:t>Personalized assistance to guide students through CALCS resources    </a:t>
          </a:r>
        </a:p>
      </dsp:txBody>
      <dsp:txXfrm>
        <a:off x="1232598" y="1370"/>
        <a:ext cx="3738344" cy="1067185"/>
      </dsp:txXfrm>
    </dsp:sp>
    <dsp:sp modelId="{5ED75693-0527-497F-8286-FFC497FB06D0}">
      <dsp:nvSpPr>
        <dsp:cNvPr id="0" name=""/>
        <dsp:cNvSpPr/>
      </dsp:nvSpPr>
      <dsp:spPr>
        <a:xfrm>
          <a:off x="0" y="1335352"/>
          <a:ext cx="4970943" cy="10671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A71D9D-5235-4F8A-A6E0-14BE14F3A22B}">
      <dsp:nvSpPr>
        <dsp:cNvPr id="0" name=""/>
        <dsp:cNvSpPr/>
      </dsp:nvSpPr>
      <dsp:spPr>
        <a:xfrm>
          <a:off x="322823" y="1575468"/>
          <a:ext cx="586951" cy="5869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443B6F-01C5-465C-96BB-CF999644EBB6}">
      <dsp:nvSpPr>
        <dsp:cNvPr id="0" name=""/>
        <dsp:cNvSpPr/>
      </dsp:nvSpPr>
      <dsp:spPr>
        <a:xfrm>
          <a:off x="1232598" y="1335352"/>
          <a:ext cx="3738344" cy="1067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944" tIns="112944" rIns="112944" bIns="112944" numCol="1" spcCol="1270" anchor="ctr" anchorCtr="0">
          <a:noAutofit/>
        </a:bodyPr>
        <a:lstStyle/>
        <a:p>
          <a:pPr marL="0" lvl="0" indent="0" algn="l" defTabSz="711200">
            <a:lnSpc>
              <a:spcPct val="90000"/>
            </a:lnSpc>
            <a:spcBef>
              <a:spcPct val="0"/>
            </a:spcBef>
            <a:spcAft>
              <a:spcPct val="35000"/>
            </a:spcAft>
            <a:buNone/>
          </a:pPr>
          <a:r>
            <a:rPr lang="en-US" sz="1600" b="1" kern="1200" dirty="0"/>
            <a:t>Text-to-Audio and Live Captioning: </a:t>
          </a:r>
          <a:r>
            <a:rPr lang="en-US" sz="1600" kern="1200" dirty="0"/>
            <a:t>Make content accessible for students with disabilities    </a:t>
          </a:r>
        </a:p>
      </dsp:txBody>
      <dsp:txXfrm>
        <a:off x="1232598" y="1335352"/>
        <a:ext cx="3738344" cy="1067185"/>
      </dsp:txXfrm>
    </dsp:sp>
    <dsp:sp modelId="{754F7DCD-428D-4B9E-A536-5A9AFF0D60DB}">
      <dsp:nvSpPr>
        <dsp:cNvPr id="0" name=""/>
        <dsp:cNvSpPr/>
      </dsp:nvSpPr>
      <dsp:spPr>
        <a:xfrm>
          <a:off x="0" y="2670336"/>
          <a:ext cx="4970943" cy="10671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A2593B-6B76-4E94-ABB5-AD0C08AFBB51}">
      <dsp:nvSpPr>
        <dsp:cNvPr id="0" name=""/>
        <dsp:cNvSpPr/>
      </dsp:nvSpPr>
      <dsp:spPr>
        <a:xfrm>
          <a:off x="322823" y="2910453"/>
          <a:ext cx="586951" cy="5869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E16A09-251F-4286-A73C-A6A4A41C8248}">
      <dsp:nvSpPr>
        <dsp:cNvPr id="0" name=""/>
        <dsp:cNvSpPr/>
      </dsp:nvSpPr>
      <dsp:spPr>
        <a:xfrm>
          <a:off x="1232598" y="2669333"/>
          <a:ext cx="3738344" cy="1069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944" tIns="112944" rIns="112944" bIns="112944" numCol="1" spcCol="1270" anchor="ctr" anchorCtr="0">
          <a:noAutofit/>
        </a:bodyPr>
        <a:lstStyle/>
        <a:p>
          <a:pPr marL="0" lvl="0" indent="0" algn="l" defTabSz="711200">
            <a:lnSpc>
              <a:spcPct val="90000"/>
            </a:lnSpc>
            <a:spcBef>
              <a:spcPct val="0"/>
            </a:spcBef>
            <a:spcAft>
              <a:spcPct val="35000"/>
            </a:spcAft>
            <a:buNone/>
          </a:pPr>
          <a:r>
            <a:rPr lang="en-US" sz="1600" b="1" kern="1200" dirty="0"/>
            <a:t>Virtual Peer Support Platform: </a:t>
          </a:r>
          <a:r>
            <a:rPr lang="en-US" sz="1600" kern="1200" dirty="0"/>
            <a:t>Allow students to connect and support each other remotely, reducing social barriers</a:t>
          </a:r>
        </a:p>
      </dsp:txBody>
      <dsp:txXfrm>
        <a:off x="1232598" y="2669333"/>
        <a:ext cx="3738344" cy="106919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35C294-5138-4D3D-B035-B26FF01B3E4F}">
      <dsp:nvSpPr>
        <dsp:cNvPr id="0" name=""/>
        <dsp:cNvSpPr/>
      </dsp:nvSpPr>
      <dsp:spPr>
        <a:xfrm>
          <a:off x="0" y="343072"/>
          <a:ext cx="4936331" cy="13104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3114" tIns="270764" rIns="383114" bIns="92456" numCol="1" spcCol="1270" anchor="t" anchorCtr="0">
          <a:noAutofit/>
        </a:bodyPr>
        <a:lstStyle/>
        <a:p>
          <a:pPr marL="114300" lvl="1" indent="-114300" algn="l" defTabSz="577850">
            <a:lnSpc>
              <a:spcPct val="90000"/>
            </a:lnSpc>
            <a:spcBef>
              <a:spcPct val="0"/>
            </a:spcBef>
            <a:spcAft>
              <a:spcPct val="15000"/>
            </a:spcAft>
            <a:buChar char="•"/>
          </a:pPr>
          <a:r>
            <a:rPr lang="en-US" sz="1300" b="1" kern="1200"/>
            <a:t>NLP for AI Assistant</a:t>
          </a:r>
          <a:r>
            <a:rPr lang="en-US" sz="1300" kern="1200"/>
            <a:t>: Enables conversational responses to student queries.</a:t>
          </a:r>
        </a:p>
        <a:p>
          <a:pPr marL="114300" lvl="1" indent="-114300" algn="l" defTabSz="577850">
            <a:lnSpc>
              <a:spcPct val="90000"/>
            </a:lnSpc>
            <a:spcBef>
              <a:spcPct val="0"/>
            </a:spcBef>
            <a:spcAft>
              <a:spcPct val="15000"/>
            </a:spcAft>
            <a:buChar char="•"/>
          </a:pPr>
          <a:r>
            <a:rPr lang="en-US" sz="1300" b="1" kern="1200" dirty="0"/>
            <a:t>Gamification</a:t>
          </a:r>
          <a:r>
            <a:rPr lang="en-US" sz="1300" kern="1200" dirty="0"/>
            <a:t>: Points and rewards to boost engagement.</a:t>
          </a:r>
        </a:p>
        <a:p>
          <a:pPr marL="114300" lvl="1" indent="-114300" algn="l" defTabSz="577850">
            <a:lnSpc>
              <a:spcPct val="90000"/>
            </a:lnSpc>
            <a:spcBef>
              <a:spcPct val="0"/>
            </a:spcBef>
            <a:spcAft>
              <a:spcPct val="15000"/>
            </a:spcAft>
            <a:buChar char="•"/>
          </a:pPr>
          <a:r>
            <a:rPr lang="en-US" sz="1300" b="1" kern="1200" dirty="0"/>
            <a:t>Accessibility</a:t>
          </a:r>
          <a:r>
            <a:rPr lang="en-US" sz="1300" kern="1200" dirty="0"/>
            <a:t>: Screen readers, voice commands, and multilingual support.</a:t>
          </a:r>
        </a:p>
      </dsp:txBody>
      <dsp:txXfrm>
        <a:off x="0" y="343072"/>
        <a:ext cx="4936331" cy="1310400"/>
      </dsp:txXfrm>
    </dsp:sp>
    <dsp:sp modelId="{4A4C6599-85C1-45F0-B489-CBFC09A826AE}">
      <dsp:nvSpPr>
        <dsp:cNvPr id="0" name=""/>
        <dsp:cNvSpPr/>
      </dsp:nvSpPr>
      <dsp:spPr>
        <a:xfrm>
          <a:off x="246816" y="151192"/>
          <a:ext cx="3455432" cy="3837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0607" tIns="0" rIns="130607" bIns="0" numCol="1" spcCol="1270" anchor="ctr" anchorCtr="0">
          <a:noAutofit/>
        </a:bodyPr>
        <a:lstStyle/>
        <a:p>
          <a:pPr marL="0" lvl="0" indent="0" algn="l" defTabSz="577850">
            <a:lnSpc>
              <a:spcPct val="90000"/>
            </a:lnSpc>
            <a:spcBef>
              <a:spcPct val="0"/>
            </a:spcBef>
            <a:spcAft>
              <a:spcPct val="35000"/>
            </a:spcAft>
            <a:buNone/>
            <a:defRPr b="1"/>
          </a:pPr>
          <a:r>
            <a:rPr lang="en-US" sz="1300" b="1" kern="1200"/>
            <a:t>Tech Stack</a:t>
          </a:r>
          <a:endParaRPr lang="en-US" sz="1300" kern="1200"/>
        </a:p>
      </dsp:txBody>
      <dsp:txXfrm>
        <a:off x="265550" y="169926"/>
        <a:ext cx="3417964" cy="346292"/>
      </dsp:txXfrm>
    </dsp:sp>
    <dsp:sp modelId="{602D5369-5D56-4C48-B8C5-B87E20052E05}">
      <dsp:nvSpPr>
        <dsp:cNvPr id="0" name=""/>
        <dsp:cNvSpPr/>
      </dsp:nvSpPr>
      <dsp:spPr>
        <a:xfrm>
          <a:off x="0" y="1915552"/>
          <a:ext cx="4936331" cy="921375"/>
        </a:xfrm>
        <a:prstGeom prst="rect">
          <a:avLst/>
        </a:prstGeom>
        <a:solidFill>
          <a:schemeClr val="lt1">
            <a:alpha val="90000"/>
            <a:hueOff val="0"/>
            <a:satOff val="0"/>
            <a:lumOff val="0"/>
            <a:alphaOff val="0"/>
          </a:schemeClr>
        </a:solidFill>
        <a:ln w="12700" cap="flat" cmpd="sng" algn="ctr">
          <a:solidFill>
            <a:schemeClr val="accent5">
              <a:hueOff val="9504470"/>
              <a:satOff val="-13330"/>
              <a:lumOff val="-137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3114" tIns="270764" rIns="383114" bIns="92456" numCol="1" spcCol="1270" anchor="t" anchorCtr="0">
          <a:noAutofit/>
        </a:bodyPr>
        <a:lstStyle/>
        <a:p>
          <a:pPr marL="114300" lvl="1" indent="-114300" algn="l" defTabSz="577850">
            <a:lnSpc>
              <a:spcPct val="90000"/>
            </a:lnSpc>
            <a:spcBef>
              <a:spcPct val="0"/>
            </a:spcBef>
            <a:spcAft>
              <a:spcPct val="15000"/>
            </a:spcAft>
            <a:buChar char="•"/>
          </a:pPr>
          <a:r>
            <a:rPr lang="en-US" sz="1300" b="1" kern="1200" dirty="0"/>
            <a:t>Anonymity</a:t>
          </a:r>
          <a:r>
            <a:rPr lang="en-US" sz="1300" kern="1200" dirty="0"/>
            <a:t>: Students can engage anonymously. </a:t>
          </a:r>
        </a:p>
        <a:p>
          <a:pPr marL="114300" lvl="1" indent="-114300" algn="l" defTabSz="577850">
            <a:lnSpc>
              <a:spcPct val="90000"/>
            </a:lnSpc>
            <a:spcBef>
              <a:spcPct val="0"/>
            </a:spcBef>
            <a:spcAft>
              <a:spcPct val="15000"/>
            </a:spcAft>
            <a:buChar char="•"/>
          </a:pPr>
          <a:r>
            <a:rPr lang="en-US" sz="1300" b="1" kern="1200" dirty="0"/>
            <a:t>Encrypted Storage</a:t>
          </a:r>
          <a:r>
            <a:rPr lang="en-US" sz="1300" kern="1200" dirty="0"/>
            <a:t>: Secure storage of data and interactions.</a:t>
          </a:r>
        </a:p>
      </dsp:txBody>
      <dsp:txXfrm>
        <a:off x="0" y="1915552"/>
        <a:ext cx="4936331" cy="921375"/>
      </dsp:txXfrm>
    </dsp:sp>
    <dsp:sp modelId="{70B0C762-9571-41BA-A8E9-408E713412BE}">
      <dsp:nvSpPr>
        <dsp:cNvPr id="0" name=""/>
        <dsp:cNvSpPr/>
      </dsp:nvSpPr>
      <dsp:spPr>
        <a:xfrm>
          <a:off x="246816" y="1723672"/>
          <a:ext cx="3455432" cy="383760"/>
        </a:xfrm>
        <a:prstGeom prst="roundRect">
          <a:avLst/>
        </a:prstGeom>
        <a:solidFill>
          <a:schemeClr val="accent5">
            <a:hueOff val="9504470"/>
            <a:satOff val="-13330"/>
            <a:lumOff val="-13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0607" tIns="0" rIns="130607" bIns="0" numCol="1" spcCol="1270" anchor="ctr" anchorCtr="0">
          <a:noAutofit/>
        </a:bodyPr>
        <a:lstStyle/>
        <a:p>
          <a:pPr marL="0" lvl="0" indent="0" algn="l" defTabSz="577850">
            <a:lnSpc>
              <a:spcPct val="90000"/>
            </a:lnSpc>
            <a:spcBef>
              <a:spcPct val="0"/>
            </a:spcBef>
            <a:spcAft>
              <a:spcPct val="35000"/>
            </a:spcAft>
            <a:buNone/>
            <a:defRPr b="1"/>
          </a:pPr>
          <a:r>
            <a:rPr lang="en-US" sz="1300" b="1" kern="1200" dirty="0"/>
            <a:t>Data Privacy and Security</a:t>
          </a:r>
          <a:endParaRPr lang="en-US" sz="1300" kern="1200" dirty="0"/>
        </a:p>
      </dsp:txBody>
      <dsp:txXfrm>
        <a:off x="265550" y="1742406"/>
        <a:ext cx="3417964" cy="346292"/>
      </dsp:txXfrm>
    </dsp:sp>
    <dsp:sp modelId="{4E6A9A03-47FE-4787-B67B-9CF90753442C}">
      <dsp:nvSpPr>
        <dsp:cNvPr id="0" name=""/>
        <dsp:cNvSpPr/>
      </dsp:nvSpPr>
      <dsp:spPr>
        <a:xfrm>
          <a:off x="0" y="3099007"/>
          <a:ext cx="4936331" cy="1474200"/>
        </a:xfrm>
        <a:prstGeom prst="rect">
          <a:avLst/>
        </a:prstGeom>
        <a:solidFill>
          <a:schemeClr val="lt1">
            <a:alpha val="90000"/>
            <a:hueOff val="0"/>
            <a:satOff val="0"/>
            <a:lumOff val="0"/>
            <a:alphaOff val="0"/>
          </a:schemeClr>
        </a:solidFill>
        <a:ln w="12700" cap="flat" cmpd="sng" algn="ctr">
          <a:solidFill>
            <a:schemeClr val="accent5">
              <a:hueOff val="19008940"/>
              <a:satOff val="-26660"/>
              <a:lumOff val="-274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3114" tIns="270764" rIns="383114" bIns="92456" numCol="1" spcCol="1270" anchor="t" anchorCtr="0">
          <a:noAutofit/>
        </a:bodyPr>
        <a:lstStyle/>
        <a:p>
          <a:pPr marL="114300" lvl="1" indent="-114300" algn="l" defTabSz="577850">
            <a:lnSpc>
              <a:spcPct val="90000"/>
            </a:lnSpc>
            <a:spcBef>
              <a:spcPct val="0"/>
            </a:spcBef>
            <a:spcAft>
              <a:spcPct val="15000"/>
            </a:spcAft>
            <a:buChar char="•"/>
          </a:pPr>
          <a:r>
            <a:rPr lang="en-US" sz="1300" b="1" kern="1200" dirty="0"/>
            <a:t>Flexible Infrastructure</a:t>
          </a:r>
          <a:r>
            <a:rPr lang="en-US" sz="1300" kern="1200" dirty="0"/>
            <a:t>: Built to expand as CALCS grows.</a:t>
          </a:r>
        </a:p>
        <a:p>
          <a:pPr marL="114300" lvl="1" indent="-114300" algn="l" defTabSz="577850">
            <a:lnSpc>
              <a:spcPct val="90000"/>
            </a:lnSpc>
            <a:spcBef>
              <a:spcPct val="0"/>
            </a:spcBef>
            <a:spcAft>
              <a:spcPct val="15000"/>
            </a:spcAft>
            <a:buChar char="•"/>
          </a:pPr>
          <a:r>
            <a:rPr lang="en-US" sz="1300" b="1" kern="1200" dirty="0"/>
            <a:t>Modular Design</a:t>
          </a:r>
          <a:r>
            <a:rPr lang="en-US" sz="1300" kern="1200" dirty="0"/>
            <a:t>: Key features can be enhanced independently.</a:t>
          </a:r>
        </a:p>
        <a:p>
          <a:pPr marL="114300" lvl="1" indent="-114300" algn="l" defTabSz="577850">
            <a:lnSpc>
              <a:spcPct val="90000"/>
            </a:lnSpc>
            <a:spcBef>
              <a:spcPct val="0"/>
            </a:spcBef>
            <a:spcAft>
              <a:spcPct val="15000"/>
            </a:spcAft>
            <a:buChar char="•"/>
          </a:pPr>
          <a:r>
            <a:rPr lang="en-US" sz="1300" b="1" kern="1200" dirty="0"/>
            <a:t>Future Integration</a:t>
          </a:r>
          <a:r>
            <a:rPr lang="en-US" sz="1300" kern="1200" dirty="0"/>
            <a:t>: Can incorporate other campus resources over time.</a:t>
          </a:r>
        </a:p>
      </dsp:txBody>
      <dsp:txXfrm>
        <a:off x="0" y="3099007"/>
        <a:ext cx="4936331" cy="1474200"/>
      </dsp:txXfrm>
    </dsp:sp>
    <dsp:sp modelId="{5AA96F72-8052-4035-9356-00C545A4BF71}">
      <dsp:nvSpPr>
        <dsp:cNvPr id="0" name=""/>
        <dsp:cNvSpPr/>
      </dsp:nvSpPr>
      <dsp:spPr>
        <a:xfrm>
          <a:off x="246816" y="2907127"/>
          <a:ext cx="3455432" cy="383760"/>
        </a:xfrm>
        <a:prstGeom prst="roundRect">
          <a:avLst/>
        </a:prstGeom>
        <a:solidFill>
          <a:schemeClr val="accent5">
            <a:hueOff val="19008940"/>
            <a:satOff val="-26660"/>
            <a:lumOff val="-27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0607" tIns="0" rIns="130607" bIns="0" numCol="1" spcCol="1270" anchor="ctr" anchorCtr="0">
          <a:noAutofit/>
        </a:bodyPr>
        <a:lstStyle/>
        <a:p>
          <a:pPr marL="0" lvl="0" indent="0" algn="l" defTabSz="577850">
            <a:lnSpc>
              <a:spcPct val="90000"/>
            </a:lnSpc>
            <a:spcBef>
              <a:spcPct val="0"/>
            </a:spcBef>
            <a:spcAft>
              <a:spcPct val="35000"/>
            </a:spcAft>
            <a:buNone/>
            <a:defRPr b="1"/>
          </a:pPr>
          <a:r>
            <a:rPr lang="en-US" sz="1300" b="1" kern="1200"/>
            <a:t>Scalability</a:t>
          </a:r>
          <a:endParaRPr lang="en-US" sz="1300" kern="1200"/>
        </a:p>
      </dsp:txBody>
      <dsp:txXfrm>
        <a:off x="265550" y="2925861"/>
        <a:ext cx="3417964" cy="34629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7F42A-2B07-4D3A-AD76-686DFCC9D2FA}" type="datetimeFigureOut">
              <a:rPr lang="en-CA" smtClean="0"/>
              <a:t>2024-12-05</a:t>
            </a:fld>
            <a:endParaRPr lang="en-C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2D7EDC-5768-4053-AD89-FD05EAD41C43}" type="slidenum">
              <a:rPr lang="en-CA" smtClean="0"/>
              <a:t>‹#›</a:t>
            </a:fld>
            <a:endParaRPr lang="en-CA"/>
          </a:p>
        </p:txBody>
      </p:sp>
    </p:spTree>
    <p:extLst>
      <p:ext uri="{BB962C8B-B14F-4D97-AF65-F5344CB8AC3E}">
        <p14:creationId xmlns:p14="http://schemas.microsoft.com/office/powerpoint/2010/main" val="2968157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72D7EDC-5768-4053-AD89-FD05EAD41C43}" type="slidenum">
              <a:rPr lang="en-CA" smtClean="0"/>
              <a:t>9</a:t>
            </a:fld>
            <a:endParaRPr lang="en-CA"/>
          </a:p>
        </p:txBody>
      </p:sp>
    </p:spTree>
    <p:extLst>
      <p:ext uri="{BB962C8B-B14F-4D97-AF65-F5344CB8AC3E}">
        <p14:creationId xmlns:p14="http://schemas.microsoft.com/office/powerpoint/2010/main" val="2937114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Imagine a campus where mental wellness is as easy as a stroll between classes. With CALCS Self-Care Stations, students can pause for a quick mindfulness break, jot down something they’re grateful for, or get creative—all while exploring different wellness practices right around campus. Our idea transforms everyday spaces into interactive wellness hubs, making mental health support accessible, engaging, and part of the daily routine. Let’s dive into how these stations can create a supportive and stress-free environment for everyone at Centennial College!”</a:t>
            </a:r>
            <a:endParaRPr lang="en-CA" dirty="0"/>
          </a:p>
          <a:p>
            <a:endParaRPr lang="en-CA" dirty="0"/>
          </a:p>
        </p:txBody>
      </p:sp>
      <p:sp>
        <p:nvSpPr>
          <p:cNvPr id="4" name="Slide Number Placeholder 3"/>
          <p:cNvSpPr>
            <a:spLocks noGrp="1"/>
          </p:cNvSpPr>
          <p:nvPr>
            <p:ph type="sldNum" sz="quarter" idx="5"/>
          </p:nvPr>
        </p:nvSpPr>
        <p:spPr/>
        <p:txBody>
          <a:bodyPr/>
          <a:lstStyle/>
          <a:p>
            <a:fld id="{A72D7EDC-5768-4053-AD89-FD05EAD41C43}" type="slidenum">
              <a:rPr lang="en-CA" smtClean="0"/>
              <a:t>13</a:t>
            </a:fld>
            <a:endParaRPr lang="en-CA"/>
          </a:p>
        </p:txBody>
      </p:sp>
    </p:spTree>
    <p:extLst>
      <p:ext uri="{BB962C8B-B14F-4D97-AF65-F5344CB8AC3E}">
        <p14:creationId xmlns:p14="http://schemas.microsoft.com/office/powerpoint/2010/main" val="960829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12/5/2024</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91147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12/5/2024</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1976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12/5/2024</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83791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12/5/2024</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36440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12/5/2024</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8501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12/5/2024</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0066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12/5/2024</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2387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12/5/2024</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15384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12/5/2024</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0251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12/5/2024</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30993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12/5/2024</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71365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12/5/2024</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5974172"/>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8" r:id="rId6"/>
    <p:sldLayoutId id="2147483724" r:id="rId7"/>
    <p:sldLayoutId id="2147483725" r:id="rId8"/>
    <p:sldLayoutId id="2147483726" r:id="rId9"/>
    <p:sldLayoutId id="2147483727" r:id="rId10"/>
    <p:sldLayoutId id="214748372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BC9BD-E79D-9D22-814F-1E7024400380}"/>
              </a:ext>
            </a:extLst>
          </p:cNvPr>
          <p:cNvSpPr>
            <a:spLocks noGrp="1"/>
          </p:cNvSpPr>
          <p:nvPr>
            <p:ph type="ctrTitle"/>
          </p:nvPr>
        </p:nvSpPr>
        <p:spPr>
          <a:xfrm>
            <a:off x="528066" y="914400"/>
            <a:ext cx="8085582" cy="1180210"/>
          </a:xfrm>
        </p:spPr>
        <p:txBody>
          <a:bodyPr vert="horz" lIns="91440" tIns="45720" rIns="91440" bIns="45720" rtlCol="0" anchor="t">
            <a:normAutofit/>
          </a:bodyPr>
          <a:lstStyle/>
          <a:p>
            <a:pPr>
              <a:lnSpc>
                <a:spcPct val="90000"/>
              </a:lnSpc>
            </a:pPr>
            <a:r>
              <a:rPr lang="en-US" sz="3700" b="1" i="0" dirty="0">
                <a:effectLst/>
              </a:rPr>
              <a:t>MENTAL HEALTH AND WELLBEING HACKATHON 2024 (CALCS)</a:t>
            </a:r>
            <a:endParaRPr lang="en-US" sz="3700" dirty="0"/>
          </a:p>
        </p:txBody>
      </p:sp>
      <p:sp>
        <p:nvSpPr>
          <p:cNvPr id="3" name="Subtitle 2">
            <a:extLst>
              <a:ext uri="{FF2B5EF4-FFF2-40B4-BE49-F238E27FC236}">
                <a16:creationId xmlns:a16="http://schemas.microsoft.com/office/drawing/2014/main" id="{7EB3A611-5AA5-F496-2ACF-04F70E65F18B}"/>
              </a:ext>
            </a:extLst>
          </p:cNvPr>
          <p:cNvSpPr>
            <a:spLocks noGrp="1"/>
          </p:cNvSpPr>
          <p:nvPr>
            <p:ph type="subTitle" idx="1"/>
          </p:nvPr>
        </p:nvSpPr>
        <p:spPr>
          <a:xfrm>
            <a:off x="4998720" y="2346960"/>
            <a:ext cx="3614927" cy="3775456"/>
          </a:xfrm>
        </p:spPr>
        <p:txBody>
          <a:bodyPr vert="horz" lIns="91440" tIns="45720" rIns="91440" bIns="45720" rtlCol="0">
            <a:normAutofit/>
          </a:bodyPr>
          <a:lstStyle/>
          <a:p>
            <a:r>
              <a:rPr lang="en-US" b="1" dirty="0"/>
              <a:t>Group 4 Presenters:</a:t>
            </a:r>
          </a:p>
          <a:p>
            <a:pPr indent="-228600">
              <a:buFont typeface="Arial" panose="020B0604020202020204" pitchFamily="34" charset="0"/>
              <a:buChar char="•"/>
            </a:pPr>
            <a:r>
              <a:rPr lang="en-US" dirty="0"/>
              <a:t>Alireza</a:t>
            </a:r>
          </a:p>
          <a:p>
            <a:pPr indent="-228600">
              <a:buFont typeface="Arial" panose="020B0604020202020204" pitchFamily="34" charset="0"/>
              <a:buChar char="•"/>
            </a:pPr>
            <a:r>
              <a:rPr lang="en-US" dirty="0"/>
              <a:t>Chintan</a:t>
            </a:r>
          </a:p>
          <a:p>
            <a:pPr indent="-228600">
              <a:buFont typeface="Arial" panose="020B0604020202020204" pitchFamily="34" charset="0"/>
              <a:buChar char="•"/>
            </a:pPr>
            <a:r>
              <a:rPr lang="en-US" dirty="0"/>
              <a:t>Shivam</a:t>
            </a:r>
          </a:p>
          <a:p>
            <a:pPr indent="-228600">
              <a:buFont typeface="Arial" panose="020B0604020202020204" pitchFamily="34" charset="0"/>
              <a:buChar char="•"/>
            </a:pPr>
            <a:r>
              <a:rPr lang="en-US" dirty="0"/>
              <a:t>Yik Hong</a:t>
            </a:r>
          </a:p>
          <a:p>
            <a:pPr indent="-228600">
              <a:buFont typeface="Arial" panose="020B0604020202020204" pitchFamily="34" charset="0"/>
              <a:buChar char="•"/>
            </a:pPr>
            <a:endParaRPr lang="en-US" dirty="0"/>
          </a:p>
        </p:txBody>
      </p:sp>
      <p:pic>
        <p:nvPicPr>
          <p:cNvPr id="1028" name="Picture 4" descr="Centennial College - Personalized Care">
            <a:extLst>
              <a:ext uri="{FF2B5EF4-FFF2-40B4-BE49-F238E27FC236}">
                <a16:creationId xmlns:a16="http://schemas.microsoft.com/office/drawing/2014/main" id="{5AA0B296-31A7-F948-6AF5-C1B3EE74E7C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0073" y="3821689"/>
            <a:ext cx="4162427" cy="2341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3858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People working on ideas">
            <a:extLst>
              <a:ext uri="{FF2B5EF4-FFF2-40B4-BE49-F238E27FC236}">
                <a16:creationId xmlns:a16="http://schemas.microsoft.com/office/drawing/2014/main" id="{C57022C4-91F3-0E3C-E3FD-DC721A7C4507}"/>
              </a:ext>
            </a:extLst>
          </p:cNvPr>
          <p:cNvPicPr>
            <a:picLocks noChangeAspect="1"/>
          </p:cNvPicPr>
          <p:nvPr/>
        </p:nvPicPr>
        <p:blipFill>
          <a:blip r:embed="rId2"/>
          <a:srcRect l="29311" r="37284" b="2"/>
          <a:stretch/>
        </p:blipFill>
        <p:spPr>
          <a:xfrm>
            <a:off x="20" y="-1"/>
            <a:ext cx="3497560" cy="6858001"/>
          </a:xfrm>
          <a:prstGeom prst="rect">
            <a:avLst/>
          </a:prstGeom>
        </p:spPr>
      </p:pic>
      <p:sp>
        <p:nvSpPr>
          <p:cNvPr id="2" name="Title 1">
            <a:extLst>
              <a:ext uri="{FF2B5EF4-FFF2-40B4-BE49-F238E27FC236}">
                <a16:creationId xmlns:a16="http://schemas.microsoft.com/office/drawing/2014/main" id="{6E5C2FB3-D473-33C2-0FD5-E9EC2FA2DB80}"/>
              </a:ext>
            </a:extLst>
          </p:cNvPr>
          <p:cNvSpPr>
            <a:spLocks noGrp="1"/>
          </p:cNvSpPr>
          <p:nvPr>
            <p:ph type="title"/>
          </p:nvPr>
        </p:nvSpPr>
        <p:spPr>
          <a:xfrm>
            <a:off x="3936492" y="914400"/>
            <a:ext cx="4677156" cy="1307592"/>
          </a:xfrm>
        </p:spPr>
        <p:txBody>
          <a:bodyPr>
            <a:normAutofit/>
          </a:bodyPr>
          <a:lstStyle/>
          <a:p>
            <a:r>
              <a:rPr lang="en-US" altLang="zh-CN" dirty="0"/>
              <a:t>Agenda</a:t>
            </a:r>
            <a:endParaRPr lang="en-CA" dirty="0"/>
          </a:p>
        </p:txBody>
      </p:sp>
      <p:sp>
        <p:nvSpPr>
          <p:cNvPr id="3" name="Content Placeholder 2">
            <a:extLst>
              <a:ext uri="{FF2B5EF4-FFF2-40B4-BE49-F238E27FC236}">
                <a16:creationId xmlns:a16="http://schemas.microsoft.com/office/drawing/2014/main" id="{BA541C11-47AA-F539-02FE-DA5D0B595841}"/>
              </a:ext>
            </a:extLst>
          </p:cNvPr>
          <p:cNvSpPr>
            <a:spLocks noGrp="1"/>
          </p:cNvSpPr>
          <p:nvPr>
            <p:ph idx="1"/>
          </p:nvPr>
        </p:nvSpPr>
        <p:spPr>
          <a:xfrm>
            <a:off x="3936492" y="2221992"/>
            <a:ext cx="4677156" cy="3941064"/>
          </a:xfrm>
        </p:spPr>
        <p:txBody>
          <a:bodyPr>
            <a:normAutofit/>
          </a:bodyPr>
          <a:lstStyle/>
          <a:p>
            <a:r>
              <a:rPr lang="en-US" dirty="0"/>
              <a:t>Introduction</a:t>
            </a:r>
          </a:p>
          <a:p>
            <a:r>
              <a:rPr lang="en-US" dirty="0"/>
              <a:t>Challenges</a:t>
            </a:r>
          </a:p>
          <a:p>
            <a:r>
              <a:rPr lang="en-US" dirty="0"/>
              <a:t>Solutions</a:t>
            </a:r>
          </a:p>
          <a:p>
            <a:r>
              <a:rPr lang="en-CA" sz="2000" dirty="0"/>
              <a:t>Technology and Feasibility</a:t>
            </a:r>
          </a:p>
          <a:p>
            <a:r>
              <a:rPr lang="en-CA" dirty="0"/>
              <a:t>Conclusion</a:t>
            </a:r>
          </a:p>
        </p:txBody>
      </p:sp>
    </p:spTree>
    <p:extLst>
      <p:ext uri="{BB962C8B-B14F-4D97-AF65-F5344CB8AC3E}">
        <p14:creationId xmlns:p14="http://schemas.microsoft.com/office/powerpoint/2010/main" val="1033510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74DC1-09D6-E20C-0DCB-686B41951554}"/>
              </a:ext>
            </a:extLst>
          </p:cNvPr>
          <p:cNvSpPr>
            <a:spLocks noGrp="1"/>
          </p:cNvSpPr>
          <p:nvPr>
            <p:ph type="title"/>
          </p:nvPr>
        </p:nvSpPr>
        <p:spPr>
          <a:xfrm>
            <a:off x="528066" y="914400"/>
            <a:ext cx="2936082" cy="3977269"/>
          </a:xfrm>
        </p:spPr>
        <p:txBody>
          <a:bodyPr>
            <a:normAutofit/>
          </a:bodyPr>
          <a:lstStyle/>
          <a:p>
            <a:r>
              <a:rPr lang="en-US" altLang="zh-CN" sz="3100" dirty="0"/>
              <a:t>Introduction</a:t>
            </a:r>
            <a:endParaRPr lang="en-CA" sz="3100" dirty="0"/>
          </a:p>
        </p:txBody>
      </p:sp>
      <p:graphicFrame>
        <p:nvGraphicFramePr>
          <p:cNvPr id="6" name="Rectangle 1">
            <a:extLst>
              <a:ext uri="{FF2B5EF4-FFF2-40B4-BE49-F238E27FC236}">
                <a16:creationId xmlns:a16="http://schemas.microsoft.com/office/drawing/2014/main" id="{6D6D20C2-0988-1E73-3FF7-264B05A2DFB2}"/>
              </a:ext>
            </a:extLst>
          </p:cNvPr>
          <p:cNvGraphicFramePr>
            <a:graphicFrameLocks noGrp="1"/>
          </p:cNvGraphicFramePr>
          <p:nvPr>
            <p:ph idx="1"/>
            <p:extLst>
              <p:ext uri="{D42A27DB-BD31-4B8C-83A1-F6EECF244321}">
                <p14:modId xmlns:p14="http://schemas.microsoft.com/office/powerpoint/2010/main" val="2755473840"/>
              </p:ext>
            </p:extLst>
          </p:nvPr>
        </p:nvGraphicFramePr>
        <p:xfrm>
          <a:off x="3575304" y="723900"/>
          <a:ext cx="5266944"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5519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One in a crowd">
            <a:extLst>
              <a:ext uri="{FF2B5EF4-FFF2-40B4-BE49-F238E27FC236}">
                <a16:creationId xmlns:a16="http://schemas.microsoft.com/office/drawing/2014/main" id="{46C7CB1A-FA5A-62B5-0032-DD17AFFDCD21}"/>
              </a:ext>
            </a:extLst>
          </p:cNvPr>
          <p:cNvPicPr>
            <a:picLocks noChangeAspect="1"/>
          </p:cNvPicPr>
          <p:nvPr/>
        </p:nvPicPr>
        <p:blipFill>
          <a:blip r:embed="rId2"/>
          <a:srcRect l="28615" r="19897" b="-1"/>
          <a:stretch/>
        </p:blipFill>
        <p:spPr>
          <a:xfrm>
            <a:off x="532404" y="731519"/>
            <a:ext cx="3732666" cy="5437244"/>
          </a:xfrm>
          <a:prstGeom prst="rect">
            <a:avLst/>
          </a:prstGeom>
        </p:spPr>
      </p:pic>
      <p:sp>
        <p:nvSpPr>
          <p:cNvPr id="2" name="Title 1">
            <a:extLst>
              <a:ext uri="{FF2B5EF4-FFF2-40B4-BE49-F238E27FC236}">
                <a16:creationId xmlns:a16="http://schemas.microsoft.com/office/drawing/2014/main" id="{A272B75B-7D4C-F182-740E-63C7B98FF3C3}"/>
              </a:ext>
            </a:extLst>
          </p:cNvPr>
          <p:cNvSpPr>
            <a:spLocks noGrp="1"/>
          </p:cNvSpPr>
          <p:nvPr>
            <p:ph type="title"/>
          </p:nvPr>
        </p:nvSpPr>
        <p:spPr>
          <a:xfrm>
            <a:off x="4713561" y="909638"/>
            <a:ext cx="3900841" cy="1318062"/>
          </a:xfrm>
        </p:spPr>
        <p:txBody>
          <a:bodyPr>
            <a:normAutofit/>
          </a:bodyPr>
          <a:lstStyle/>
          <a:p>
            <a:r>
              <a:rPr lang="en-US" dirty="0"/>
              <a:t>Challenges</a:t>
            </a:r>
            <a:endParaRPr lang="en-CA" dirty="0"/>
          </a:p>
        </p:txBody>
      </p:sp>
      <p:sp>
        <p:nvSpPr>
          <p:cNvPr id="3" name="Content Placeholder 2">
            <a:extLst>
              <a:ext uri="{FF2B5EF4-FFF2-40B4-BE49-F238E27FC236}">
                <a16:creationId xmlns:a16="http://schemas.microsoft.com/office/drawing/2014/main" id="{FBE9DB86-A6AA-434D-F8DC-5C67A33DC3BC}"/>
              </a:ext>
            </a:extLst>
          </p:cNvPr>
          <p:cNvSpPr>
            <a:spLocks noGrp="1"/>
          </p:cNvSpPr>
          <p:nvPr>
            <p:ph idx="1"/>
          </p:nvPr>
        </p:nvSpPr>
        <p:spPr>
          <a:xfrm>
            <a:off x="4718128" y="2236843"/>
            <a:ext cx="3900841" cy="3931920"/>
          </a:xfrm>
        </p:spPr>
        <p:txBody>
          <a:bodyPr>
            <a:normAutofit/>
          </a:bodyPr>
          <a:lstStyle/>
          <a:p>
            <a:pPr marL="342900" indent="-342900">
              <a:lnSpc>
                <a:spcPct val="100000"/>
              </a:lnSpc>
              <a:spcBef>
                <a:spcPts val="0"/>
              </a:spcBef>
              <a:buFont typeface="+mj-lt"/>
              <a:buAutoNum type="arabicPeriod"/>
            </a:pPr>
            <a:r>
              <a:rPr lang="en-US" sz="1600" dirty="0">
                <a:latin typeface="Posterama" panose="020B0504020200020000" pitchFamily="34" charset="0"/>
                <a:ea typeface="微软雅黑"/>
                <a:cs typeface="Posterama" panose="020B0504020200020000" pitchFamily="34" charset="0"/>
              </a:rPr>
              <a:t>Awareness </a:t>
            </a:r>
          </a:p>
          <a:p>
            <a:pPr marL="800100" lvl="1" indent="-342900">
              <a:lnSpc>
                <a:spcPct val="100000"/>
              </a:lnSpc>
              <a:buFont typeface="Arial" panose="020B0604020202020204" pitchFamily="34" charset="0"/>
              <a:buChar char="•"/>
            </a:pPr>
            <a:r>
              <a:rPr lang="en-US" sz="1600" dirty="0">
                <a:latin typeface="Posterama" panose="020B0504020200020000" pitchFamily="34" charset="0"/>
                <a:ea typeface="微软雅黑"/>
                <a:cs typeface="Posterama" panose="020B0504020200020000" pitchFamily="34" charset="0"/>
              </a:rPr>
              <a:t>New student outreach</a:t>
            </a:r>
          </a:p>
          <a:p>
            <a:pPr marL="800100" lvl="1" indent="-342900">
              <a:lnSpc>
                <a:spcPct val="100000"/>
              </a:lnSpc>
              <a:buFont typeface="Arial" panose="020B0604020202020204" pitchFamily="34" charset="0"/>
              <a:buChar char="•"/>
            </a:pPr>
            <a:r>
              <a:rPr lang="en-US" sz="1600" dirty="0">
                <a:latin typeface="Posterama" panose="020B0504020200020000" pitchFamily="34" charset="0"/>
                <a:ea typeface="微软雅黑"/>
                <a:cs typeface="Posterama" panose="020B0504020200020000" pitchFamily="34" charset="0"/>
              </a:rPr>
              <a:t>Insufficient advertising</a:t>
            </a:r>
          </a:p>
          <a:p>
            <a:pPr marL="800100" lvl="1" indent="-342900">
              <a:lnSpc>
                <a:spcPct val="100000"/>
              </a:lnSpc>
              <a:buFont typeface="Arial" panose="020B0604020202020204" pitchFamily="34" charset="0"/>
              <a:buChar char="•"/>
            </a:pPr>
            <a:r>
              <a:rPr lang="en-US" sz="1600" dirty="0">
                <a:latin typeface="Posterama" panose="020B0504020200020000" pitchFamily="34" charset="0"/>
                <a:ea typeface="微软雅黑"/>
                <a:cs typeface="Posterama" panose="020B0504020200020000" pitchFamily="34" charset="0"/>
              </a:rPr>
              <a:t>Underutilized resources</a:t>
            </a:r>
          </a:p>
          <a:p>
            <a:pPr marL="342900" indent="-342900">
              <a:lnSpc>
                <a:spcPct val="100000"/>
              </a:lnSpc>
              <a:buFont typeface="+mj-lt"/>
              <a:buAutoNum type="arabicPeriod"/>
            </a:pPr>
            <a:r>
              <a:rPr lang="en-US" sz="1600" dirty="0">
                <a:latin typeface="Posterama" panose="020B0504020200020000" pitchFamily="34" charset="0"/>
                <a:ea typeface="微软雅黑"/>
                <a:cs typeface="Posterama" panose="020B0504020200020000" pitchFamily="34" charset="0"/>
              </a:rPr>
              <a:t>Engagement</a:t>
            </a:r>
          </a:p>
          <a:p>
            <a:pPr marL="800100" lvl="1" indent="-342900">
              <a:lnSpc>
                <a:spcPct val="100000"/>
              </a:lnSpc>
              <a:buFont typeface="Arial" panose="020B0604020202020204" pitchFamily="34" charset="0"/>
              <a:buChar char="•"/>
            </a:pPr>
            <a:r>
              <a:rPr lang="en-US" sz="1600" dirty="0">
                <a:latin typeface="Posterama" panose="020B0504020200020000" pitchFamily="34" charset="0"/>
                <a:ea typeface="微软雅黑"/>
                <a:cs typeface="Posterama" panose="020B0504020200020000" pitchFamily="34" charset="0"/>
              </a:rPr>
              <a:t>Maintaining interest</a:t>
            </a:r>
          </a:p>
          <a:p>
            <a:pPr marL="800100" lvl="1" indent="-342900">
              <a:lnSpc>
                <a:spcPct val="100000"/>
              </a:lnSpc>
              <a:buFont typeface="Arial" panose="020B0604020202020204" pitchFamily="34" charset="0"/>
              <a:buChar char="•"/>
            </a:pPr>
            <a:r>
              <a:rPr lang="en-US" sz="1600" dirty="0">
                <a:latin typeface="Posterama" panose="020B0504020200020000" pitchFamily="34" charset="0"/>
                <a:ea typeface="微软雅黑"/>
                <a:cs typeface="Posterama" panose="020B0504020200020000" pitchFamily="34" charset="0"/>
              </a:rPr>
              <a:t>Busy student schedules</a:t>
            </a:r>
          </a:p>
          <a:p>
            <a:pPr marL="800100" lvl="1" indent="-342900">
              <a:lnSpc>
                <a:spcPct val="100000"/>
              </a:lnSpc>
              <a:buFont typeface="Arial" panose="020B0604020202020204" pitchFamily="34" charset="0"/>
              <a:buChar char="•"/>
            </a:pPr>
            <a:r>
              <a:rPr lang="en-US" sz="1600" dirty="0">
                <a:latin typeface="Posterama" panose="020B0504020200020000" pitchFamily="34" charset="0"/>
                <a:ea typeface="微软雅黑"/>
                <a:cs typeface="Posterama" panose="020B0504020200020000" pitchFamily="34" charset="0"/>
              </a:rPr>
              <a:t>Need for consistent rewards</a:t>
            </a:r>
          </a:p>
          <a:p>
            <a:pPr marL="342900" indent="-342900">
              <a:lnSpc>
                <a:spcPct val="100000"/>
              </a:lnSpc>
              <a:buFont typeface="+mj-lt"/>
              <a:buAutoNum type="arabicPeriod"/>
            </a:pPr>
            <a:r>
              <a:rPr lang="en-US" sz="1600" dirty="0">
                <a:latin typeface="Posterama" panose="020B0504020200020000" pitchFamily="34" charset="0"/>
                <a:ea typeface="微软雅黑"/>
                <a:cs typeface="Posterama" panose="020B0504020200020000" pitchFamily="34" charset="0"/>
              </a:rPr>
              <a:t>Hesitation </a:t>
            </a:r>
          </a:p>
          <a:p>
            <a:pPr marL="800100" lvl="1" indent="-342900">
              <a:lnSpc>
                <a:spcPct val="100000"/>
              </a:lnSpc>
              <a:buFont typeface="Arial" panose="020B0604020202020204" pitchFamily="34" charset="0"/>
              <a:buChar char="•"/>
            </a:pPr>
            <a:r>
              <a:rPr lang="en-US" sz="1600" dirty="0">
                <a:latin typeface="Posterama" panose="020B0504020200020000" pitchFamily="34" charset="0"/>
                <a:ea typeface="微软雅黑"/>
                <a:cs typeface="Posterama" panose="020B0504020200020000" pitchFamily="34" charset="0"/>
              </a:rPr>
              <a:t>Stigma and shyness</a:t>
            </a:r>
          </a:p>
          <a:p>
            <a:pPr marL="800100" lvl="1" indent="-342900">
              <a:lnSpc>
                <a:spcPct val="100000"/>
              </a:lnSpc>
              <a:buFont typeface="Arial" panose="020B0604020202020204" pitchFamily="34" charset="0"/>
              <a:buChar char="•"/>
            </a:pPr>
            <a:r>
              <a:rPr lang="en-US" sz="1600" dirty="0">
                <a:latin typeface="Posterama" panose="020B0504020200020000" pitchFamily="34" charset="0"/>
                <a:ea typeface="微软雅黑"/>
                <a:cs typeface="Posterama" panose="020B0504020200020000" pitchFamily="34" charset="0"/>
              </a:rPr>
              <a:t>Accessibility concerns</a:t>
            </a:r>
          </a:p>
          <a:p>
            <a:pPr marL="800100" lvl="1" indent="-342900">
              <a:lnSpc>
                <a:spcPct val="100000"/>
              </a:lnSpc>
              <a:buFont typeface="Arial" panose="020B0604020202020204" pitchFamily="34" charset="0"/>
              <a:buChar char="•"/>
            </a:pPr>
            <a:r>
              <a:rPr lang="en-US" sz="1600" dirty="0">
                <a:latin typeface="Posterama" panose="020B0504020200020000" pitchFamily="34" charset="0"/>
                <a:ea typeface="微软雅黑"/>
                <a:cs typeface="Posterama" panose="020B0504020200020000" pitchFamily="34" charset="0"/>
              </a:rPr>
              <a:t>Uncertainty about services</a:t>
            </a:r>
          </a:p>
          <a:p>
            <a:pPr>
              <a:lnSpc>
                <a:spcPct val="100000"/>
              </a:lnSpc>
            </a:pPr>
            <a:endParaRPr lang="en-CA" sz="1600" dirty="0"/>
          </a:p>
        </p:txBody>
      </p:sp>
    </p:spTree>
    <p:extLst>
      <p:ext uri="{BB962C8B-B14F-4D97-AF65-F5344CB8AC3E}">
        <p14:creationId xmlns:p14="http://schemas.microsoft.com/office/powerpoint/2010/main" val="3504806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9A23C-DB59-C9E1-7262-502C32C26519}"/>
              </a:ext>
            </a:extLst>
          </p:cNvPr>
          <p:cNvSpPr>
            <a:spLocks noGrp="1"/>
          </p:cNvSpPr>
          <p:nvPr>
            <p:ph type="title"/>
          </p:nvPr>
        </p:nvSpPr>
        <p:spPr>
          <a:xfrm>
            <a:off x="528066" y="865238"/>
            <a:ext cx="2717863" cy="4249413"/>
          </a:xfrm>
        </p:spPr>
        <p:txBody>
          <a:bodyPr>
            <a:normAutofit/>
          </a:bodyPr>
          <a:lstStyle/>
          <a:p>
            <a:r>
              <a:rPr lang="en-US" sz="3600" dirty="0" err="1"/>
              <a:t>CHallenge</a:t>
            </a:r>
            <a:r>
              <a:rPr lang="en-CA" sz="3400" dirty="0"/>
              <a:t> #1: Awareness</a:t>
            </a:r>
          </a:p>
        </p:txBody>
      </p:sp>
      <p:graphicFrame>
        <p:nvGraphicFramePr>
          <p:cNvPr id="16" name="Content Placeholder 2">
            <a:extLst>
              <a:ext uri="{FF2B5EF4-FFF2-40B4-BE49-F238E27FC236}">
                <a16:creationId xmlns:a16="http://schemas.microsoft.com/office/drawing/2014/main" id="{B0812119-1DDE-9C5D-7A81-15BBC0FB87EA}"/>
              </a:ext>
            </a:extLst>
          </p:cNvPr>
          <p:cNvGraphicFramePr>
            <a:graphicFrameLocks noGrp="1"/>
          </p:cNvGraphicFramePr>
          <p:nvPr>
            <p:ph idx="1"/>
            <p:extLst>
              <p:ext uri="{D42A27DB-BD31-4B8C-83A1-F6EECF244321}">
                <p14:modId xmlns:p14="http://schemas.microsoft.com/office/powerpoint/2010/main" val="2185797042"/>
              </p:ext>
            </p:extLst>
          </p:nvPr>
        </p:nvGraphicFramePr>
        <p:xfrm>
          <a:off x="4286250" y="723900"/>
          <a:ext cx="428625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198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The Top 10 Social Media Apps and Sites in 2024">
            <a:extLst>
              <a:ext uri="{FF2B5EF4-FFF2-40B4-BE49-F238E27FC236}">
                <a16:creationId xmlns:a16="http://schemas.microsoft.com/office/drawing/2014/main" id="{F13C9CCA-7B21-D39F-61A5-D8FDA395BA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525" r="32798" b="2"/>
          <a:stretch/>
        </p:blipFill>
        <p:spPr bwMode="auto">
          <a:xfrm>
            <a:off x="4815564" y="731520"/>
            <a:ext cx="3791898" cy="542239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16D2B4E-8099-C367-F063-C968BD8A2744}"/>
              </a:ext>
            </a:extLst>
          </p:cNvPr>
          <p:cNvSpPr>
            <a:spLocks noGrp="1"/>
          </p:cNvSpPr>
          <p:nvPr>
            <p:ph type="title"/>
          </p:nvPr>
        </p:nvSpPr>
        <p:spPr>
          <a:xfrm>
            <a:off x="528066" y="914400"/>
            <a:ext cx="3896916" cy="1316736"/>
          </a:xfrm>
        </p:spPr>
        <p:txBody>
          <a:bodyPr>
            <a:normAutofit/>
          </a:bodyPr>
          <a:lstStyle/>
          <a:p>
            <a:pPr>
              <a:lnSpc>
                <a:spcPct val="90000"/>
              </a:lnSpc>
            </a:pPr>
            <a:r>
              <a:rPr lang="en-CA" sz="2800" dirty="0"/>
              <a:t>Solution: Increasing Awareness</a:t>
            </a:r>
            <a:br>
              <a:rPr lang="en-CA" sz="2800" dirty="0"/>
            </a:br>
            <a:endParaRPr lang="en-CA" sz="2800" dirty="0"/>
          </a:p>
        </p:txBody>
      </p:sp>
      <p:sp>
        <p:nvSpPr>
          <p:cNvPr id="3" name="Content Placeholder 2">
            <a:extLst>
              <a:ext uri="{FF2B5EF4-FFF2-40B4-BE49-F238E27FC236}">
                <a16:creationId xmlns:a16="http://schemas.microsoft.com/office/drawing/2014/main" id="{D696A5EF-DC35-7526-1EFC-3B73468CA75E}"/>
              </a:ext>
            </a:extLst>
          </p:cNvPr>
          <p:cNvSpPr>
            <a:spLocks noGrp="1"/>
          </p:cNvSpPr>
          <p:nvPr>
            <p:ph idx="1"/>
          </p:nvPr>
        </p:nvSpPr>
        <p:spPr>
          <a:xfrm>
            <a:off x="528066" y="2231136"/>
            <a:ext cx="3896916" cy="3931920"/>
          </a:xfrm>
        </p:spPr>
        <p:txBody>
          <a:bodyPr>
            <a:normAutofit/>
          </a:bodyPr>
          <a:lstStyle/>
          <a:p>
            <a:pPr>
              <a:lnSpc>
                <a:spcPct val="100000"/>
              </a:lnSpc>
            </a:pPr>
            <a:r>
              <a:rPr lang="en-US" sz="1900" dirty="0"/>
              <a:t> </a:t>
            </a:r>
            <a:r>
              <a:rPr lang="en-US" sz="1900" b="1" dirty="0"/>
              <a:t>Social Media Campaigns</a:t>
            </a:r>
            <a:r>
              <a:rPr lang="en-US" sz="1900" dirty="0"/>
              <a:t>: Use Instagram, TikTok, LinkedIn and SEO to boost CALCS visibility and reach more students</a:t>
            </a:r>
          </a:p>
          <a:p>
            <a:pPr>
              <a:lnSpc>
                <a:spcPct val="100000"/>
              </a:lnSpc>
            </a:pPr>
            <a:r>
              <a:rPr lang="en-US" sz="1900" b="1" dirty="0"/>
              <a:t>Workshops and Info Sessions</a:t>
            </a:r>
            <a:r>
              <a:rPr lang="en-US" sz="1900" dirty="0"/>
              <a:t>: Regularly scheduled and accessible through common campus spaces    </a:t>
            </a:r>
          </a:p>
          <a:p>
            <a:pPr>
              <a:lnSpc>
                <a:spcPct val="100000"/>
              </a:lnSpc>
            </a:pPr>
            <a:r>
              <a:rPr lang="en-US" sz="1900" b="1" dirty="0"/>
              <a:t>Collaborations</a:t>
            </a:r>
            <a:r>
              <a:rPr lang="en-US" sz="1900" dirty="0"/>
              <a:t>: Partner with other campus groups for co-hosted events and service introductions</a:t>
            </a:r>
            <a:endParaRPr lang="en-CA" sz="1900" dirty="0"/>
          </a:p>
        </p:txBody>
      </p:sp>
      <p:cxnSp>
        <p:nvCxnSpPr>
          <p:cNvPr id="4105" name="Straight Connector 4104">
            <a:extLst>
              <a:ext uri="{FF2B5EF4-FFF2-40B4-BE49-F238E27FC236}">
                <a16:creationId xmlns:a16="http://schemas.microsoft.com/office/drawing/2014/main" id="{4583FD9E-C5A7-96F7-951D-7D292013C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3504" y="722376"/>
            <a:ext cx="122872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117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4C741-1017-3963-70E3-00E17DD0CCE7}"/>
              </a:ext>
            </a:extLst>
          </p:cNvPr>
          <p:cNvSpPr>
            <a:spLocks noGrp="1"/>
          </p:cNvSpPr>
          <p:nvPr>
            <p:ph type="title"/>
          </p:nvPr>
        </p:nvSpPr>
        <p:spPr>
          <a:xfrm>
            <a:off x="528066" y="914400"/>
            <a:ext cx="2936082" cy="3977269"/>
          </a:xfrm>
        </p:spPr>
        <p:txBody>
          <a:bodyPr>
            <a:normAutofit/>
          </a:bodyPr>
          <a:lstStyle/>
          <a:p>
            <a:r>
              <a:rPr lang="en-US" sz="3600" dirty="0"/>
              <a:t>Challenge</a:t>
            </a:r>
            <a:r>
              <a:rPr lang="en-CA" sz="3400" dirty="0"/>
              <a:t> #2: Low Engagement</a:t>
            </a:r>
          </a:p>
        </p:txBody>
      </p:sp>
      <p:graphicFrame>
        <p:nvGraphicFramePr>
          <p:cNvPr id="16" name="Content Placeholder 2">
            <a:extLst>
              <a:ext uri="{FF2B5EF4-FFF2-40B4-BE49-F238E27FC236}">
                <a16:creationId xmlns:a16="http://schemas.microsoft.com/office/drawing/2014/main" id="{8735946D-367B-6200-FB9C-683771D35CC1}"/>
              </a:ext>
            </a:extLst>
          </p:cNvPr>
          <p:cNvGraphicFramePr>
            <a:graphicFrameLocks noGrp="1"/>
          </p:cNvGraphicFramePr>
          <p:nvPr>
            <p:ph idx="1"/>
            <p:extLst>
              <p:ext uri="{D42A27DB-BD31-4B8C-83A1-F6EECF244321}">
                <p14:modId xmlns:p14="http://schemas.microsoft.com/office/powerpoint/2010/main" val="597137520"/>
              </p:ext>
            </p:extLst>
          </p:nvPr>
        </p:nvGraphicFramePr>
        <p:xfrm>
          <a:off x="3549446" y="723900"/>
          <a:ext cx="4994480"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817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7D5AF-5395-CE95-6372-952961881248}"/>
              </a:ext>
            </a:extLst>
          </p:cNvPr>
          <p:cNvSpPr>
            <a:spLocks noGrp="1"/>
          </p:cNvSpPr>
          <p:nvPr>
            <p:ph type="title"/>
          </p:nvPr>
        </p:nvSpPr>
        <p:spPr>
          <a:xfrm>
            <a:off x="528066" y="884766"/>
            <a:ext cx="8098632" cy="1051914"/>
          </a:xfrm>
        </p:spPr>
        <p:txBody>
          <a:bodyPr>
            <a:normAutofit/>
          </a:bodyPr>
          <a:lstStyle/>
          <a:p>
            <a:pPr>
              <a:lnSpc>
                <a:spcPct val="90000"/>
              </a:lnSpc>
            </a:pPr>
            <a:r>
              <a:rPr lang="en-CA" sz="3400" dirty="0"/>
              <a:t>SOLUTION: Engagement through Gamification</a:t>
            </a:r>
          </a:p>
        </p:txBody>
      </p:sp>
      <p:graphicFrame>
        <p:nvGraphicFramePr>
          <p:cNvPr id="5" name="Content Placeholder 2">
            <a:extLst>
              <a:ext uri="{FF2B5EF4-FFF2-40B4-BE49-F238E27FC236}">
                <a16:creationId xmlns:a16="http://schemas.microsoft.com/office/drawing/2014/main" id="{26FE14E2-C157-1528-1D18-5D7A2C05B8F2}"/>
              </a:ext>
            </a:extLst>
          </p:cNvPr>
          <p:cNvGraphicFramePr>
            <a:graphicFrameLocks noGrp="1"/>
          </p:cNvGraphicFramePr>
          <p:nvPr>
            <p:ph idx="1"/>
            <p:extLst>
              <p:ext uri="{D42A27DB-BD31-4B8C-83A1-F6EECF244321}">
                <p14:modId xmlns:p14="http://schemas.microsoft.com/office/powerpoint/2010/main" val="3715648106"/>
              </p:ext>
            </p:extLst>
          </p:nvPr>
        </p:nvGraphicFramePr>
        <p:xfrm>
          <a:off x="600075" y="2276474"/>
          <a:ext cx="7972425" cy="38576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001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6D67C5-5E03-AE73-475E-2B862B53FEF9}"/>
              </a:ext>
            </a:extLst>
          </p:cNvPr>
          <p:cNvSpPr>
            <a:spLocks noGrp="1"/>
          </p:cNvSpPr>
          <p:nvPr>
            <p:ph type="title"/>
          </p:nvPr>
        </p:nvSpPr>
        <p:spPr>
          <a:xfrm>
            <a:off x="528066" y="914400"/>
            <a:ext cx="4501134" cy="1307592"/>
          </a:xfrm>
        </p:spPr>
        <p:txBody>
          <a:bodyPr>
            <a:normAutofit/>
          </a:bodyPr>
          <a:lstStyle/>
          <a:p>
            <a:pPr>
              <a:lnSpc>
                <a:spcPct val="90000"/>
              </a:lnSpc>
            </a:pPr>
            <a:r>
              <a:rPr lang="en-CA" dirty="0"/>
              <a:t>CALCS Mindful Passport</a:t>
            </a:r>
          </a:p>
        </p:txBody>
      </p:sp>
      <p:sp>
        <p:nvSpPr>
          <p:cNvPr id="4" name="Rectangle 1">
            <a:extLst>
              <a:ext uri="{FF2B5EF4-FFF2-40B4-BE49-F238E27FC236}">
                <a16:creationId xmlns:a16="http://schemas.microsoft.com/office/drawing/2014/main" id="{5C20DF9D-F204-DCFE-3607-98589927C7B5}"/>
              </a:ext>
            </a:extLst>
          </p:cNvPr>
          <p:cNvSpPr>
            <a:spLocks noGrp="1" noChangeArrowheads="1"/>
          </p:cNvSpPr>
          <p:nvPr>
            <p:ph idx="1"/>
          </p:nvPr>
        </p:nvSpPr>
        <p:spPr bwMode="auto">
          <a:xfrm>
            <a:off x="528066" y="2231136"/>
            <a:ext cx="4742024" cy="39319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eaLnBrk="0" fontAlgn="base" hangingPunct="0">
              <a:lnSpc>
                <a:spcPct val="100000"/>
              </a:lnSpc>
              <a:spcBef>
                <a:spcPct val="0"/>
              </a:spcBef>
              <a:spcAft>
                <a:spcPts val="600"/>
              </a:spcAft>
              <a:buNone/>
            </a:pPr>
            <a:r>
              <a:rPr kumimoji="0" lang="en-US" altLang="en-US" sz="1100" b="1" i="0" u="none" strike="noStrike" cap="none" normalizeH="0" baseline="0" dirty="0">
                <a:ln>
                  <a:noFill/>
                </a:ln>
                <a:effectLst/>
                <a:latin typeface="Arial" panose="020B0604020202020204" pitchFamily="34" charset="0"/>
              </a:rPr>
              <a:t>Digital Passport with Themed Stamps</a:t>
            </a:r>
            <a:endParaRPr kumimoji="0" lang="en-US" altLang="en-US" sz="1100" b="0" i="0" u="none" strike="noStrike" cap="none" normalizeH="0" baseline="0" dirty="0">
              <a:ln>
                <a:noFill/>
              </a:ln>
              <a:effectLst/>
              <a:latin typeface="Arial" panose="020B0604020202020204" pitchFamily="34" charset="0"/>
            </a:endParaRPr>
          </a:p>
          <a:p>
            <a:pPr eaLnBrk="0" fontAlgn="base" hangingPunct="0">
              <a:lnSpc>
                <a:spcPct val="100000"/>
              </a:lnSpc>
              <a:spcBef>
                <a:spcPct val="0"/>
              </a:spcBef>
              <a:spcAft>
                <a:spcPts val="600"/>
              </a:spcAft>
            </a:pPr>
            <a:r>
              <a:rPr kumimoji="0" lang="en-US" altLang="en-US" sz="1100" b="0" i="0" u="none" strike="noStrike" cap="none" normalizeH="0" baseline="0" dirty="0">
                <a:ln>
                  <a:noFill/>
                </a:ln>
                <a:effectLst/>
                <a:latin typeface="Arial" panose="020B0604020202020204" pitchFamily="34" charset="0"/>
              </a:rPr>
              <a:t>Collect stamps by attending CALCS events, exploring resources, and completing wellness activities.</a:t>
            </a:r>
          </a:p>
          <a:p>
            <a:pPr eaLnBrk="0" fontAlgn="base" hangingPunct="0">
              <a:lnSpc>
                <a:spcPct val="100000"/>
              </a:lnSpc>
              <a:spcBef>
                <a:spcPct val="0"/>
              </a:spcBef>
              <a:spcAft>
                <a:spcPts val="600"/>
              </a:spcAft>
            </a:pPr>
            <a:r>
              <a:rPr kumimoji="0" lang="en-US" altLang="en-US" sz="1100" b="0" i="0" u="none" strike="noStrike" cap="none" normalizeH="0" baseline="0" dirty="0">
                <a:ln>
                  <a:noFill/>
                </a:ln>
                <a:effectLst/>
                <a:latin typeface="Arial" panose="020B0604020202020204" pitchFamily="34" charset="0"/>
              </a:rPr>
              <a:t>Unique stamps for different themes: </a:t>
            </a:r>
            <a:r>
              <a:rPr kumimoji="0" lang="en-US" altLang="en-US" sz="1100" b="0" i="1" u="none" strike="noStrike" cap="none" normalizeH="0" baseline="0" dirty="0">
                <a:ln>
                  <a:noFill/>
                </a:ln>
                <a:effectLst/>
                <a:latin typeface="Arial" panose="020B0604020202020204" pitchFamily="34" charset="0"/>
              </a:rPr>
              <a:t>Mindfulness</a:t>
            </a:r>
            <a:r>
              <a:rPr kumimoji="0" lang="en-US" altLang="en-US" sz="1100" b="0" i="0" u="none" strike="noStrike" cap="none" normalizeH="0" baseline="0" dirty="0">
                <a:ln>
                  <a:noFill/>
                </a:ln>
                <a:effectLst/>
                <a:latin typeface="Arial" panose="020B0604020202020204" pitchFamily="34" charset="0"/>
              </a:rPr>
              <a:t>, </a:t>
            </a:r>
            <a:r>
              <a:rPr kumimoji="0" lang="en-US" altLang="en-US" sz="1100" b="0" i="1" u="none" strike="noStrike" cap="none" normalizeH="0" baseline="0" dirty="0">
                <a:ln>
                  <a:noFill/>
                </a:ln>
                <a:effectLst/>
                <a:latin typeface="Arial" panose="020B0604020202020204" pitchFamily="34" charset="0"/>
              </a:rPr>
              <a:t>Resilience</a:t>
            </a:r>
            <a:r>
              <a:rPr kumimoji="0" lang="en-US" altLang="en-US" sz="1100" b="0" i="0" u="none" strike="noStrike" cap="none" normalizeH="0" baseline="0" dirty="0">
                <a:ln>
                  <a:noFill/>
                </a:ln>
                <a:effectLst/>
                <a:latin typeface="Arial" panose="020B0604020202020204" pitchFamily="34" charset="0"/>
              </a:rPr>
              <a:t>, </a:t>
            </a:r>
            <a:r>
              <a:rPr kumimoji="0" lang="en-US" altLang="en-US" sz="1100" b="0" i="1" u="none" strike="noStrike" cap="none" normalizeH="0" baseline="0" dirty="0">
                <a:ln>
                  <a:noFill/>
                </a:ln>
                <a:effectLst/>
                <a:latin typeface="Arial" panose="020B0604020202020204" pitchFamily="34" charset="0"/>
              </a:rPr>
              <a:t>Connection</a:t>
            </a:r>
            <a:r>
              <a:rPr kumimoji="0" lang="en-US" altLang="en-US" sz="1100" b="0" i="0" u="none" strike="noStrike" cap="none" normalizeH="0" baseline="0" dirty="0">
                <a:ln>
                  <a:noFill/>
                </a:ln>
                <a:effectLst/>
                <a:latin typeface="Arial" panose="020B0604020202020204" pitchFamily="34" charset="0"/>
              </a:rPr>
              <a:t>, and more.</a:t>
            </a:r>
          </a:p>
          <a:p>
            <a:pPr marL="0" indent="0" eaLnBrk="0" fontAlgn="base" hangingPunct="0">
              <a:lnSpc>
                <a:spcPct val="100000"/>
              </a:lnSpc>
              <a:spcBef>
                <a:spcPct val="0"/>
              </a:spcBef>
              <a:spcAft>
                <a:spcPts val="600"/>
              </a:spcAft>
              <a:buNone/>
            </a:pPr>
            <a:r>
              <a:rPr kumimoji="0" lang="en-US" altLang="en-US" sz="1100" b="1" i="0" u="none" strike="noStrike" cap="none" normalizeH="0" baseline="0" dirty="0">
                <a:ln>
                  <a:noFill/>
                </a:ln>
                <a:effectLst/>
                <a:latin typeface="Arial" panose="020B0604020202020204" pitchFamily="34" charset="0"/>
              </a:rPr>
              <a:t>Journey Challenges and Milestones</a:t>
            </a:r>
            <a:endParaRPr kumimoji="0" lang="en-US" altLang="en-US" sz="1100" b="0" i="0" u="none" strike="noStrike" cap="none" normalizeH="0" baseline="0" dirty="0">
              <a:ln>
                <a:noFill/>
              </a:ln>
              <a:effectLst/>
              <a:latin typeface="Arial" panose="020B0604020202020204" pitchFamily="34" charset="0"/>
            </a:endParaRPr>
          </a:p>
          <a:p>
            <a:pPr eaLnBrk="0" fontAlgn="base" hangingPunct="0">
              <a:lnSpc>
                <a:spcPct val="100000"/>
              </a:lnSpc>
              <a:spcBef>
                <a:spcPct val="0"/>
              </a:spcBef>
              <a:spcAft>
                <a:spcPts val="600"/>
              </a:spcAft>
            </a:pPr>
            <a:r>
              <a:rPr kumimoji="0" lang="en-US" altLang="en-US" sz="1100" b="0" i="0" u="none" strike="noStrike" cap="none" normalizeH="0" baseline="0" dirty="0">
                <a:ln>
                  <a:noFill/>
                </a:ln>
                <a:effectLst/>
                <a:latin typeface="Arial" panose="020B0604020202020204" pitchFamily="34" charset="0"/>
              </a:rPr>
              <a:t>Bronze, Silver, and Gold milestones for each stamp type encourage continued engagement.</a:t>
            </a:r>
          </a:p>
          <a:p>
            <a:pPr eaLnBrk="0" fontAlgn="base" hangingPunct="0">
              <a:lnSpc>
                <a:spcPct val="100000"/>
              </a:lnSpc>
              <a:spcBef>
                <a:spcPct val="0"/>
              </a:spcBef>
              <a:spcAft>
                <a:spcPts val="600"/>
              </a:spcAft>
            </a:pPr>
            <a:r>
              <a:rPr kumimoji="0" lang="en-US" altLang="en-US" sz="1100" b="0" i="0" u="none" strike="noStrike" cap="none" normalizeH="0" baseline="0" dirty="0">
                <a:ln>
                  <a:noFill/>
                </a:ln>
                <a:effectLst/>
                <a:latin typeface="Arial" panose="020B0604020202020204" pitchFamily="34" charset="0"/>
              </a:rPr>
              <a:t>Complete your passport each semester for special rewards like self-care kits or exclusive event access.</a:t>
            </a:r>
          </a:p>
          <a:p>
            <a:pPr marL="0" indent="0" eaLnBrk="0" fontAlgn="base" hangingPunct="0">
              <a:lnSpc>
                <a:spcPct val="100000"/>
              </a:lnSpc>
              <a:spcBef>
                <a:spcPct val="0"/>
              </a:spcBef>
              <a:spcAft>
                <a:spcPts val="600"/>
              </a:spcAft>
              <a:buNone/>
            </a:pPr>
            <a:r>
              <a:rPr kumimoji="0" lang="en-US" altLang="en-US" sz="1100" b="1" i="0" u="none" strike="noStrike" cap="none" normalizeH="0" baseline="0" dirty="0">
                <a:ln>
                  <a:noFill/>
                </a:ln>
                <a:effectLst/>
                <a:latin typeface="Arial" panose="020B0604020202020204" pitchFamily="34" charset="0"/>
              </a:rPr>
              <a:t>Monthly Themes and Limited Edition Stamps</a:t>
            </a:r>
            <a:endParaRPr kumimoji="0" lang="en-US" altLang="en-US" sz="1100" b="0" i="0" u="none" strike="noStrike" cap="none" normalizeH="0" baseline="0" dirty="0">
              <a:ln>
                <a:noFill/>
              </a:ln>
              <a:effectLst/>
              <a:latin typeface="Arial" panose="020B0604020202020204" pitchFamily="34" charset="0"/>
            </a:endParaRPr>
          </a:p>
          <a:p>
            <a:pPr eaLnBrk="0" fontAlgn="base" hangingPunct="0">
              <a:lnSpc>
                <a:spcPct val="100000"/>
              </a:lnSpc>
              <a:spcBef>
                <a:spcPct val="0"/>
              </a:spcBef>
              <a:spcAft>
                <a:spcPts val="600"/>
              </a:spcAft>
            </a:pPr>
            <a:r>
              <a:rPr kumimoji="0" lang="en-US" altLang="en-US" sz="1100" b="0" i="0" u="none" strike="noStrike" cap="none" normalizeH="0" baseline="0" dirty="0">
                <a:ln>
                  <a:noFill/>
                </a:ln>
                <a:effectLst/>
                <a:latin typeface="Arial" panose="020B0604020202020204" pitchFamily="34" charset="0"/>
              </a:rPr>
              <a:t>Participate in monthly-themed activities (e.g., “Mindful March”) to earn </a:t>
            </a:r>
            <a:r>
              <a:rPr kumimoji="0" lang="en-US" altLang="en-US" sz="1100" b="0" i="1" u="none" strike="noStrike" cap="none" normalizeH="0" baseline="0" dirty="0">
                <a:ln>
                  <a:noFill/>
                </a:ln>
                <a:effectLst/>
                <a:latin typeface="Arial" panose="020B0604020202020204" pitchFamily="34" charset="0"/>
              </a:rPr>
              <a:t>Special Edition Stamps</a:t>
            </a:r>
            <a:r>
              <a:rPr kumimoji="0" lang="en-US" altLang="en-US" sz="1100" b="0" i="0" u="none" strike="noStrike" cap="none" normalizeH="0" baseline="0" dirty="0">
                <a:ln>
                  <a:noFill/>
                </a:ln>
                <a:effectLst/>
                <a:latin typeface="Arial" panose="020B0604020202020204" pitchFamily="34" charset="0"/>
              </a:rPr>
              <a:t> and bonus rewards.</a:t>
            </a:r>
          </a:p>
          <a:p>
            <a:pPr marL="0" indent="0" eaLnBrk="0" fontAlgn="base" hangingPunct="0">
              <a:lnSpc>
                <a:spcPct val="100000"/>
              </a:lnSpc>
              <a:spcBef>
                <a:spcPct val="0"/>
              </a:spcBef>
              <a:spcAft>
                <a:spcPts val="600"/>
              </a:spcAft>
              <a:buNone/>
            </a:pPr>
            <a:r>
              <a:rPr kumimoji="0" lang="en-US" altLang="en-US" sz="1100" b="1" i="0" u="none" strike="noStrike" cap="none" normalizeH="0" baseline="0" dirty="0">
                <a:ln>
                  <a:noFill/>
                </a:ln>
                <a:effectLst/>
                <a:latin typeface="Arial" panose="020B0604020202020204" pitchFamily="34" charset="0"/>
              </a:rPr>
              <a:t>Reflection Log for Personal Growth</a:t>
            </a:r>
            <a:endParaRPr kumimoji="0" lang="en-US" altLang="en-US" sz="1100" b="0" i="0" u="none" strike="noStrike" cap="none" normalizeH="0" baseline="0" dirty="0">
              <a:ln>
                <a:noFill/>
              </a:ln>
              <a:effectLst/>
              <a:latin typeface="Arial" panose="020B0604020202020204" pitchFamily="34" charset="0"/>
            </a:endParaRPr>
          </a:p>
          <a:p>
            <a:pPr eaLnBrk="0" fontAlgn="base" hangingPunct="0">
              <a:lnSpc>
                <a:spcPct val="100000"/>
              </a:lnSpc>
              <a:spcBef>
                <a:spcPct val="0"/>
              </a:spcBef>
              <a:spcAft>
                <a:spcPts val="600"/>
              </a:spcAft>
            </a:pPr>
            <a:r>
              <a:rPr kumimoji="0" lang="en-US" altLang="en-US" sz="1100" b="0" i="0" u="none" strike="noStrike" cap="none" normalizeH="0" baseline="0" dirty="0">
                <a:ln>
                  <a:noFill/>
                </a:ln>
                <a:effectLst/>
                <a:latin typeface="Arial" panose="020B0604020202020204" pitchFamily="34" charset="0"/>
              </a:rPr>
              <a:t>Reflect on your wellness journey by recording thoughts and progress in your passport, creating a lasting record of growth and resilience.</a:t>
            </a:r>
          </a:p>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100" b="0" i="0" u="none" strike="noStrike" cap="none" normalizeH="0" baseline="0" dirty="0">
              <a:ln>
                <a:noFill/>
              </a:ln>
              <a:effectLst/>
              <a:latin typeface="Arial" panose="020B0604020202020204" pitchFamily="34" charset="0"/>
            </a:endParaRPr>
          </a:p>
        </p:txBody>
      </p:sp>
      <p:cxnSp>
        <p:nvCxnSpPr>
          <p:cNvPr id="19" name="Straight Connector 18">
            <a:extLst>
              <a:ext uri="{FF2B5EF4-FFF2-40B4-BE49-F238E27FC236}">
                <a16:creationId xmlns:a16="http://schemas.microsoft.com/office/drawing/2014/main" id="{4583FD9E-C5A7-96F7-951D-7D292013C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3504" y="722376"/>
            <a:ext cx="122872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descr="Immigration stamps">
            <a:extLst>
              <a:ext uri="{FF2B5EF4-FFF2-40B4-BE49-F238E27FC236}">
                <a16:creationId xmlns:a16="http://schemas.microsoft.com/office/drawing/2014/main" id="{F844E139-C6AA-F4E4-4241-D017F967FDA2}"/>
              </a:ext>
            </a:extLst>
          </p:cNvPr>
          <p:cNvPicPr>
            <a:picLocks noChangeAspect="1"/>
          </p:cNvPicPr>
          <p:nvPr/>
        </p:nvPicPr>
        <p:blipFill>
          <a:blip r:embed="rId3"/>
          <a:srcRect l="22024" r="7923" b="4"/>
          <a:stretch/>
        </p:blipFill>
        <p:spPr>
          <a:xfrm>
            <a:off x="5664159" y="731520"/>
            <a:ext cx="2735064" cy="5422392"/>
          </a:xfrm>
          <a:prstGeom prst="rect">
            <a:avLst/>
          </a:prstGeom>
        </p:spPr>
      </p:pic>
    </p:spTree>
    <p:extLst>
      <p:ext uri="{BB962C8B-B14F-4D97-AF65-F5344CB8AC3E}">
        <p14:creationId xmlns:p14="http://schemas.microsoft.com/office/powerpoint/2010/main" val="3633256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B202-248E-6BD5-6275-DF271B95139E}"/>
              </a:ext>
            </a:extLst>
          </p:cNvPr>
          <p:cNvSpPr>
            <a:spLocks noGrp="1"/>
          </p:cNvSpPr>
          <p:nvPr>
            <p:ph type="title"/>
          </p:nvPr>
        </p:nvSpPr>
        <p:spPr>
          <a:xfrm>
            <a:off x="525065" y="909638"/>
            <a:ext cx="8018860" cy="1155618"/>
          </a:xfrm>
        </p:spPr>
        <p:txBody>
          <a:bodyPr>
            <a:normAutofit/>
          </a:bodyPr>
          <a:lstStyle/>
          <a:p>
            <a:r>
              <a:rPr lang="en-US" dirty="0"/>
              <a:t>Challenge #3: Hesitancy</a:t>
            </a:r>
            <a:endParaRPr lang="en-CA" dirty="0"/>
          </a:p>
        </p:txBody>
      </p:sp>
      <p:graphicFrame>
        <p:nvGraphicFramePr>
          <p:cNvPr id="5" name="Content Placeholder 2">
            <a:extLst>
              <a:ext uri="{FF2B5EF4-FFF2-40B4-BE49-F238E27FC236}">
                <a16:creationId xmlns:a16="http://schemas.microsoft.com/office/drawing/2014/main" id="{E70D672C-D80A-7C5D-1F9E-4EF2B296FB5A}"/>
              </a:ext>
            </a:extLst>
          </p:cNvPr>
          <p:cNvGraphicFramePr>
            <a:graphicFrameLocks noGrp="1"/>
          </p:cNvGraphicFramePr>
          <p:nvPr>
            <p:ph idx="1"/>
            <p:extLst>
              <p:ext uri="{D42A27DB-BD31-4B8C-83A1-F6EECF244321}">
                <p14:modId xmlns:p14="http://schemas.microsoft.com/office/powerpoint/2010/main" val="4059133517"/>
              </p:ext>
            </p:extLst>
          </p:nvPr>
        </p:nvGraphicFramePr>
        <p:xfrm>
          <a:off x="525066" y="2222500"/>
          <a:ext cx="8018859"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33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6" name="Rectangle 6155">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What Does AI Stand For? AI for Dummies - Will Hurd">
            <a:extLst>
              <a:ext uri="{FF2B5EF4-FFF2-40B4-BE49-F238E27FC236}">
                <a16:creationId xmlns:a16="http://schemas.microsoft.com/office/drawing/2014/main" id="{891A2C53-2423-B99D-B6FD-E69AAB9F9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834" r="25287" b="1"/>
          <a:stretch/>
        </p:blipFill>
        <p:spPr bwMode="auto">
          <a:xfrm>
            <a:off x="20" y="-17929"/>
            <a:ext cx="3154660" cy="687592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1281A33-4C4E-C69B-797E-60A11D5F9066}"/>
              </a:ext>
            </a:extLst>
          </p:cNvPr>
          <p:cNvSpPr>
            <a:spLocks noGrp="1"/>
          </p:cNvSpPr>
          <p:nvPr>
            <p:ph type="title"/>
          </p:nvPr>
        </p:nvSpPr>
        <p:spPr>
          <a:xfrm>
            <a:off x="3650226" y="914400"/>
            <a:ext cx="4970943" cy="1307592"/>
          </a:xfrm>
        </p:spPr>
        <p:txBody>
          <a:bodyPr>
            <a:normAutofit/>
          </a:bodyPr>
          <a:lstStyle/>
          <a:p>
            <a:pPr>
              <a:lnSpc>
                <a:spcPct val="90000"/>
              </a:lnSpc>
            </a:pPr>
            <a:r>
              <a:rPr lang="en-CA" sz="2700" dirty="0"/>
              <a:t>SOLUTION: </a:t>
            </a:r>
            <a:r>
              <a:rPr lang="en-US" sz="2700" dirty="0"/>
              <a:t>Accessibility Features and Virtual Support</a:t>
            </a:r>
            <a:endParaRPr lang="en-CA" sz="2700" dirty="0"/>
          </a:p>
        </p:txBody>
      </p:sp>
      <p:cxnSp>
        <p:nvCxnSpPr>
          <p:cNvPr id="6157" name="Straight Connector 6156">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88248" y="722376"/>
            <a:ext cx="4857267"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55" name="Straight Connector 6154">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88248" y="6144768"/>
            <a:ext cx="48572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C6CA2F2C-008B-BEC1-E372-9F65AEB0F239}"/>
              </a:ext>
            </a:extLst>
          </p:cNvPr>
          <p:cNvGraphicFramePr>
            <a:graphicFrameLocks noGrp="1"/>
          </p:cNvGraphicFramePr>
          <p:nvPr>
            <p:ph idx="1"/>
            <p:extLst>
              <p:ext uri="{D42A27DB-BD31-4B8C-83A1-F6EECF244321}">
                <p14:modId xmlns:p14="http://schemas.microsoft.com/office/powerpoint/2010/main" val="2875386945"/>
              </p:ext>
            </p:extLst>
          </p:nvPr>
        </p:nvGraphicFramePr>
        <p:xfrm>
          <a:off x="3650226" y="2221992"/>
          <a:ext cx="4970943" cy="37398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61220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82CA0-D76D-B32E-D4BE-9F14133664E8}"/>
              </a:ext>
            </a:extLst>
          </p:cNvPr>
          <p:cNvSpPr>
            <a:spLocks noGrp="1"/>
          </p:cNvSpPr>
          <p:nvPr>
            <p:ph type="title"/>
          </p:nvPr>
        </p:nvSpPr>
        <p:spPr>
          <a:xfrm>
            <a:off x="528066" y="914400"/>
            <a:ext cx="2745582" cy="4404064"/>
          </a:xfrm>
        </p:spPr>
        <p:txBody>
          <a:bodyPr>
            <a:normAutofit/>
          </a:bodyPr>
          <a:lstStyle/>
          <a:p>
            <a:r>
              <a:rPr lang="en-CA" sz="2500" dirty="0"/>
              <a:t>Technology STACK and Feasibility</a:t>
            </a:r>
          </a:p>
        </p:txBody>
      </p:sp>
      <p:graphicFrame>
        <p:nvGraphicFramePr>
          <p:cNvPr id="5" name="Content Placeholder 2">
            <a:extLst>
              <a:ext uri="{FF2B5EF4-FFF2-40B4-BE49-F238E27FC236}">
                <a16:creationId xmlns:a16="http://schemas.microsoft.com/office/drawing/2014/main" id="{083361F2-80AD-A0A8-D0C6-0C7D8AF581A7}"/>
              </a:ext>
            </a:extLst>
          </p:cNvPr>
          <p:cNvGraphicFramePr>
            <a:graphicFrameLocks noGrp="1"/>
          </p:cNvGraphicFramePr>
          <p:nvPr>
            <p:ph idx="1"/>
            <p:extLst>
              <p:ext uri="{D42A27DB-BD31-4B8C-83A1-F6EECF244321}">
                <p14:modId xmlns:p14="http://schemas.microsoft.com/office/powerpoint/2010/main" val="1746528982"/>
              </p:ext>
            </p:extLst>
          </p:nvPr>
        </p:nvGraphicFramePr>
        <p:xfrm>
          <a:off x="3657600" y="1066801"/>
          <a:ext cx="4936332" cy="4724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69780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4" name="Rectangle 922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9" name="Picture 3" descr="Self-Care Stations">
            <a:extLst>
              <a:ext uri="{FF2B5EF4-FFF2-40B4-BE49-F238E27FC236}">
                <a16:creationId xmlns:a16="http://schemas.microsoft.com/office/drawing/2014/main" id="{7BA9E76B-0AAE-6D40-1010-A1FE85EA2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213" r="1" b="1"/>
          <a:stretch/>
        </p:blipFill>
        <p:spPr bwMode="auto">
          <a:xfrm>
            <a:off x="600074" y="2281084"/>
            <a:ext cx="2489489" cy="388197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D53E310-7B65-83CC-F95F-F577540AB433}"/>
              </a:ext>
            </a:extLst>
          </p:cNvPr>
          <p:cNvSpPr>
            <a:spLocks noGrp="1"/>
          </p:cNvSpPr>
          <p:nvPr>
            <p:ph type="title"/>
          </p:nvPr>
        </p:nvSpPr>
        <p:spPr>
          <a:xfrm>
            <a:off x="528066" y="914400"/>
            <a:ext cx="8085582" cy="1180210"/>
          </a:xfrm>
        </p:spPr>
        <p:txBody>
          <a:bodyPr>
            <a:normAutofit/>
          </a:bodyPr>
          <a:lstStyle/>
          <a:p>
            <a:r>
              <a:rPr lang="en-CA" dirty="0"/>
              <a:t>CALCS Self-Care Stations</a:t>
            </a:r>
          </a:p>
        </p:txBody>
      </p:sp>
      <p:sp>
        <p:nvSpPr>
          <p:cNvPr id="4" name="Rectangle 1">
            <a:extLst>
              <a:ext uri="{FF2B5EF4-FFF2-40B4-BE49-F238E27FC236}">
                <a16:creationId xmlns:a16="http://schemas.microsoft.com/office/drawing/2014/main" id="{98C14AE7-3ECE-5964-8BC9-7F7FAB2769DB}"/>
              </a:ext>
            </a:extLst>
          </p:cNvPr>
          <p:cNvSpPr>
            <a:spLocks noGrp="1" noChangeArrowheads="1"/>
          </p:cNvSpPr>
          <p:nvPr>
            <p:ph idx="1"/>
          </p:nvPr>
        </p:nvSpPr>
        <p:spPr bwMode="auto">
          <a:xfrm>
            <a:off x="3359727" y="2249424"/>
            <a:ext cx="5261064" cy="39136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eaLnBrk="0" fontAlgn="base" hangingPunct="0">
              <a:lnSpc>
                <a:spcPct val="100000"/>
              </a:lnSpc>
              <a:spcBef>
                <a:spcPct val="0"/>
              </a:spcBef>
              <a:spcAft>
                <a:spcPts val="600"/>
              </a:spcAft>
              <a:buNone/>
            </a:pPr>
            <a:r>
              <a:rPr kumimoji="0" lang="en-US" altLang="en-US" sz="1300" b="1" i="0" u="none" strike="noStrike" cap="none" normalizeH="0" baseline="0" dirty="0">
                <a:ln>
                  <a:noFill/>
                </a:ln>
                <a:effectLst/>
                <a:latin typeface="Arial" panose="020B0604020202020204" pitchFamily="34" charset="0"/>
              </a:rPr>
              <a:t>Self-Care Station Network</a:t>
            </a:r>
            <a:endParaRPr kumimoji="0" lang="en-US" altLang="en-US" sz="1300" b="0" i="0" u="none" strike="noStrike" cap="none" normalizeH="0" baseline="0" dirty="0">
              <a:ln>
                <a:noFill/>
              </a:ln>
              <a:effectLst/>
              <a:latin typeface="Arial" panose="020B0604020202020204" pitchFamily="34" charset="0"/>
            </a:endParaRPr>
          </a:p>
          <a:p>
            <a:pPr eaLnBrk="0" fontAlgn="base" hangingPunct="0">
              <a:lnSpc>
                <a:spcPct val="100000"/>
              </a:lnSpc>
              <a:spcBef>
                <a:spcPct val="0"/>
              </a:spcBef>
              <a:spcAft>
                <a:spcPts val="600"/>
              </a:spcAft>
            </a:pPr>
            <a:r>
              <a:rPr kumimoji="0" lang="en-US" altLang="en-US" sz="1300" b="0" i="0" u="none" strike="noStrike" cap="none" normalizeH="0" baseline="0" dirty="0">
                <a:ln>
                  <a:noFill/>
                </a:ln>
                <a:effectLst/>
                <a:latin typeface="Arial" panose="020B0604020202020204" pitchFamily="34" charset="0"/>
              </a:rPr>
              <a:t>Pop-up stations placed around campus (library, student center, gym) each featuring a unique mental wellness activity (e.g., mindfulness, gratitude journaling, art therapy).</a:t>
            </a:r>
          </a:p>
          <a:p>
            <a:pPr marL="0" indent="0" eaLnBrk="0" fontAlgn="base" hangingPunct="0">
              <a:lnSpc>
                <a:spcPct val="100000"/>
              </a:lnSpc>
              <a:spcBef>
                <a:spcPct val="0"/>
              </a:spcBef>
              <a:spcAft>
                <a:spcPts val="600"/>
              </a:spcAft>
              <a:buNone/>
            </a:pPr>
            <a:r>
              <a:rPr kumimoji="0" lang="en-US" altLang="en-US" sz="1300" b="1" i="0" u="none" strike="noStrike" cap="none" normalizeH="0" baseline="0" dirty="0">
                <a:ln>
                  <a:noFill/>
                </a:ln>
                <a:effectLst/>
                <a:latin typeface="Arial" panose="020B0604020202020204" pitchFamily="34" charset="0"/>
              </a:rPr>
              <a:t>Wellness Circuit Map and Passport</a:t>
            </a:r>
            <a:endParaRPr kumimoji="0" lang="en-US" altLang="en-US" sz="1300" b="0" i="0" u="none" strike="noStrike" cap="none" normalizeH="0" baseline="0" dirty="0">
              <a:ln>
                <a:noFill/>
              </a:ln>
              <a:effectLst/>
              <a:latin typeface="Arial" panose="020B0604020202020204" pitchFamily="34" charset="0"/>
            </a:endParaRPr>
          </a:p>
          <a:p>
            <a:pPr eaLnBrk="0" fontAlgn="base" hangingPunct="0">
              <a:lnSpc>
                <a:spcPct val="100000"/>
              </a:lnSpc>
              <a:spcBef>
                <a:spcPct val="0"/>
              </a:spcBef>
              <a:spcAft>
                <a:spcPts val="600"/>
              </a:spcAft>
            </a:pPr>
            <a:r>
              <a:rPr kumimoji="0" lang="en-US" altLang="en-US" sz="1300" b="0" i="0" u="none" strike="noStrike" cap="none" normalizeH="0" baseline="0" dirty="0">
                <a:ln>
                  <a:noFill/>
                </a:ln>
                <a:effectLst/>
                <a:latin typeface="Arial" panose="020B0604020202020204" pitchFamily="34" charset="0"/>
              </a:rPr>
              <a:t>Students receive a passport to collect stamps by visiting each station, creating a fun, exploratory experience as they complete the circuit.</a:t>
            </a:r>
          </a:p>
          <a:p>
            <a:pPr marL="0" indent="0" eaLnBrk="0" fontAlgn="base" hangingPunct="0">
              <a:lnSpc>
                <a:spcPct val="100000"/>
              </a:lnSpc>
              <a:spcBef>
                <a:spcPct val="0"/>
              </a:spcBef>
              <a:spcAft>
                <a:spcPts val="600"/>
              </a:spcAft>
              <a:buNone/>
            </a:pPr>
            <a:r>
              <a:rPr kumimoji="0" lang="en-US" altLang="en-US" sz="1300" b="1" i="0" u="none" strike="noStrike" cap="none" normalizeH="0" baseline="0" dirty="0">
                <a:ln>
                  <a:noFill/>
                </a:ln>
                <a:effectLst/>
                <a:latin typeface="Arial" panose="020B0604020202020204" pitchFamily="34" charset="0"/>
              </a:rPr>
              <a:t>Interactive Activities and Rewards</a:t>
            </a:r>
            <a:endParaRPr kumimoji="0" lang="en-US" altLang="en-US" sz="1300" b="0" i="0" u="none" strike="noStrike" cap="none" normalizeH="0" baseline="0" dirty="0">
              <a:ln>
                <a:noFill/>
              </a:ln>
              <a:effectLst/>
              <a:latin typeface="Arial" panose="020B0604020202020204" pitchFamily="34" charset="0"/>
            </a:endParaRPr>
          </a:p>
          <a:p>
            <a:pPr eaLnBrk="0" fontAlgn="base" hangingPunct="0">
              <a:lnSpc>
                <a:spcPct val="100000"/>
              </a:lnSpc>
              <a:spcBef>
                <a:spcPct val="0"/>
              </a:spcBef>
              <a:spcAft>
                <a:spcPts val="600"/>
              </a:spcAft>
            </a:pPr>
            <a:r>
              <a:rPr kumimoji="0" lang="en-US" altLang="en-US" sz="1300" b="0" i="0" u="none" strike="noStrike" cap="none" normalizeH="0" baseline="0" dirty="0">
                <a:ln>
                  <a:noFill/>
                </a:ln>
                <a:effectLst/>
                <a:latin typeface="Arial" panose="020B0604020202020204" pitchFamily="34" charset="0"/>
              </a:rPr>
              <a:t>Complete activities like a 3-minute meditation or a gratitude note and collect stamps. Earn rewards such as wellness kits and café discounts for completing the circuit.</a:t>
            </a:r>
          </a:p>
          <a:p>
            <a:pPr marL="0" indent="0" eaLnBrk="0" fontAlgn="base" hangingPunct="0">
              <a:lnSpc>
                <a:spcPct val="100000"/>
              </a:lnSpc>
              <a:spcBef>
                <a:spcPct val="0"/>
              </a:spcBef>
              <a:spcAft>
                <a:spcPts val="600"/>
              </a:spcAft>
              <a:buNone/>
            </a:pPr>
            <a:r>
              <a:rPr kumimoji="0" lang="en-US" altLang="en-US" sz="1300" b="1" i="0" u="none" strike="noStrike" cap="none" normalizeH="0" baseline="0" dirty="0">
                <a:ln>
                  <a:noFill/>
                </a:ln>
                <a:effectLst/>
                <a:latin typeface="Arial" panose="020B0604020202020204" pitchFamily="34" charset="0"/>
              </a:rPr>
              <a:t>Pop-Up Wellness Events</a:t>
            </a:r>
            <a:endParaRPr kumimoji="0" lang="en-US" altLang="en-US" sz="1300" b="0" i="0" u="none" strike="noStrike" cap="none" normalizeH="0" baseline="0" dirty="0">
              <a:ln>
                <a:noFill/>
              </a:ln>
              <a:effectLst/>
              <a:latin typeface="Arial" panose="020B0604020202020204" pitchFamily="34" charset="0"/>
            </a:endParaRPr>
          </a:p>
          <a:p>
            <a:pPr eaLnBrk="0" fontAlgn="base" hangingPunct="0">
              <a:lnSpc>
                <a:spcPct val="100000"/>
              </a:lnSpc>
              <a:spcBef>
                <a:spcPct val="0"/>
              </a:spcBef>
              <a:spcAft>
                <a:spcPts val="600"/>
              </a:spcAft>
            </a:pPr>
            <a:r>
              <a:rPr kumimoji="0" lang="en-US" altLang="en-US" sz="1300" b="0" i="0" u="none" strike="noStrike" cap="none" normalizeH="0" baseline="0" dirty="0">
                <a:ln>
                  <a:noFill/>
                </a:ln>
                <a:effectLst/>
                <a:latin typeface="Arial" panose="020B0604020202020204" pitchFamily="34" charset="0"/>
              </a:rPr>
              <a:t>Special events hosted at select stations, like “Self-Care Sunday” and “Mindful Monday,” encouraging students to engage with CALCS in a relaxed, supportive setting.</a:t>
            </a:r>
          </a:p>
          <a:p>
            <a:pPr eaLnBrk="0" fontAlgn="base" hangingPunct="0">
              <a:lnSpc>
                <a:spcPct val="100000"/>
              </a:lnSpc>
              <a:spcBef>
                <a:spcPct val="0"/>
              </a:spcBef>
              <a:spcAft>
                <a:spcPts val="600"/>
              </a:spcAft>
            </a:pPr>
            <a:endParaRPr kumimoji="0" lang="en-US" altLang="en-US" sz="1300" b="0" i="0" u="none" strike="noStrike" cap="none" normalizeH="0" baseline="0" dirty="0">
              <a:ln>
                <a:noFill/>
              </a:ln>
              <a:effectLst/>
              <a:latin typeface="Arial" panose="020B0604020202020204" pitchFamily="34" charset="0"/>
            </a:endParaRPr>
          </a:p>
        </p:txBody>
      </p:sp>
      <p:cxnSp>
        <p:nvCxnSpPr>
          <p:cNvPr id="9226" name="Straight Connector 9225">
            <a:extLst>
              <a:ext uri="{FF2B5EF4-FFF2-40B4-BE49-F238E27FC236}">
                <a16:creationId xmlns:a16="http://schemas.microsoft.com/office/drawing/2014/main" id="{DD2C5D32-F3AB-467B-1AB6-2A9F325DA5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3504" y="722376"/>
            <a:ext cx="122872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5019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Hands-on top of each other">
            <a:extLst>
              <a:ext uri="{FF2B5EF4-FFF2-40B4-BE49-F238E27FC236}">
                <a16:creationId xmlns:a16="http://schemas.microsoft.com/office/drawing/2014/main" id="{05928F1E-714A-1F56-FAB1-9311F632D05A}"/>
              </a:ext>
            </a:extLst>
          </p:cNvPr>
          <p:cNvPicPr>
            <a:picLocks noChangeAspect="1"/>
          </p:cNvPicPr>
          <p:nvPr/>
        </p:nvPicPr>
        <p:blipFill>
          <a:blip r:embed="rId2"/>
          <a:srcRect l="62087" r="17840"/>
          <a:stretch/>
        </p:blipFill>
        <p:spPr>
          <a:xfrm>
            <a:off x="20" y="-17929"/>
            <a:ext cx="3154660" cy="6875929"/>
          </a:xfrm>
          <a:prstGeom prst="rect">
            <a:avLst/>
          </a:prstGeom>
        </p:spPr>
      </p:pic>
      <p:sp>
        <p:nvSpPr>
          <p:cNvPr id="2" name="Title 1">
            <a:extLst>
              <a:ext uri="{FF2B5EF4-FFF2-40B4-BE49-F238E27FC236}">
                <a16:creationId xmlns:a16="http://schemas.microsoft.com/office/drawing/2014/main" id="{C17437D0-7C52-1A54-291B-BDD3B1549DD1}"/>
              </a:ext>
            </a:extLst>
          </p:cNvPr>
          <p:cNvSpPr>
            <a:spLocks noGrp="1"/>
          </p:cNvSpPr>
          <p:nvPr>
            <p:ph type="title"/>
          </p:nvPr>
        </p:nvSpPr>
        <p:spPr>
          <a:xfrm>
            <a:off x="3650226" y="914400"/>
            <a:ext cx="4970943" cy="1307592"/>
          </a:xfrm>
        </p:spPr>
        <p:txBody>
          <a:bodyPr>
            <a:normAutofit/>
          </a:bodyPr>
          <a:lstStyle/>
          <a:p>
            <a:r>
              <a:rPr lang="en-CA" sz="3500" dirty="0"/>
              <a:t>CONCLUSION</a:t>
            </a:r>
          </a:p>
        </p:txBody>
      </p:sp>
      <p:sp>
        <p:nvSpPr>
          <p:cNvPr id="4" name="Rectangle 1">
            <a:extLst>
              <a:ext uri="{FF2B5EF4-FFF2-40B4-BE49-F238E27FC236}">
                <a16:creationId xmlns:a16="http://schemas.microsoft.com/office/drawing/2014/main" id="{FEBA680B-DB7E-8289-060D-B95B92F455B7}"/>
              </a:ext>
            </a:extLst>
          </p:cNvPr>
          <p:cNvSpPr>
            <a:spLocks noGrp="1" noChangeArrowheads="1"/>
          </p:cNvSpPr>
          <p:nvPr>
            <p:ph idx="1"/>
          </p:nvPr>
        </p:nvSpPr>
        <p:spPr bwMode="auto">
          <a:xfrm>
            <a:off x="3650226" y="2221992"/>
            <a:ext cx="4970943" cy="373989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None/>
              <a:tabLst/>
            </a:pPr>
            <a:r>
              <a:rPr kumimoji="0" lang="en-US" altLang="en-US" sz="1400" b="1" i="0" u="none" strike="noStrike" cap="none" normalizeH="0" baseline="0" dirty="0">
                <a:ln>
                  <a:noFill/>
                </a:ln>
                <a:effectLst/>
                <a:latin typeface="Arial" panose="020B0604020202020204" pitchFamily="34" charset="0"/>
              </a:rPr>
              <a:t>Empowering Student Wellness</a:t>
            </a:r>
            <a:endParaRPr kumimoji="0" lang="en-US" altLang="en-US" sz="14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0" i="0" u="none" strike="noStrike" cap="none" normalizeH="0" baseline="0" dirty="0">
                <a:ln>
                  <a:noFill/>
                </a:ln>
                <a:effectLst/>
                <a:latin typeface="Arial" panose="020B0604020202020204" pitchFamily="34" charset="0"/>
              </a:rPr>
              <a:t> Our solution promotes mental health awareness, sustained engagement, and reduces hesitation, ensuring that all students can access CALCS resources confidently and comfortable.</a:t>
            </a:r>
          </a:p>
          <a:p>
            <a:pPr marL="0" marR="0" lvl="0" indent="0" defTabSz="914400" rtl="0" eaLnBrk="0" fontAlgn="base" latinLnBrk="0" hangingPunct="0">
              <a:lnSpc>
                <a:spcPct val="100000"/>
              </a:lnSpc>
              <a:spcBef>
                <a:spcPct val="0"/>
              </a:spcBef>
              <a:spcAft>
                <a:spcPts val="600"/>
              </a:spcAft>
              <a:buClrTx/>
              <a:buSzTx/>
              <a:buNone/>
              <a:tabLst/>
            </a:pPr>
            <a:r>
              <a:rPr kumimoji="0" lang="en-US" altLang="en-US" sz="1400" b="1" i="0" u="none" strike="noStrike" cap="none" normalizeH="0" baseline="0" dirty="0">
                <a:ln>
                  <a:noFill/>
                </a:ln>
                <a:effectLst/>
                <a:latin typeface="Arial" panose="020B0604020202020204" pitchFamily="34" charset="0"/>
              </a:rPr>
              <a:t>Innovative and Inclusive</a:t>
            </a:r>
            <a:endParaRPr kumimoji="0" lang="en-US" altLang="en-US" sz="14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0" i="0" u="none" strike="noStrike" cap="none" normalizeH="0" baseline="0" dirty="0">
                <a:ln>
                  <a:noFill/>
                </a:ln>
                <a:effectLst/>
                <a:latin typeface="Arial" panose="020B0604020202020204" pitchFamily="34" charset="0"/>
              </a:rPr>
              <a:t> By combining a gamified points system, virtual peer support, and AI-powered assistance, we’ve created a supportive and engaging platform tailored to diverse student needs.</a:t>
            </a:r>
          </a:p>
          <a:p>
            <a:pPr marL="0" marR="0" lvl="0" indent="0" defTabSz="914400" rtl="0" eaLnBrk="0" fontAlgn="base" latinLnBrk="0" hangingPunct="0">
              <a:lnSpc>
                <a:spcPct val="100000"/>
              </a:lnSpc>
              <a:spcBef>
                <a:spcPct val="0"/>
              </a:spcBef>
              <a:spcAft>
                <a:spcPts val="600"/>
              </a:spcAft>
              <a:buClrTx/>
              <a:buSzTx/>
              <a:buNone/>
              <a:tabLst/>
            </a:pPr>
            <a:r>
              <a:rPr kumimoji="0" lang="en-US" altLang="en-US" sz="1400" b="1" i="0" u="none" strike="noStrike" cap="none" normalizeH="0" baseline="0" dirty="0">
                <a:ln>
                  <a:noFill/>
                </a:ln>
                <a:effectLst/>
                <a:latin typeface="Arial" panose="020B0604020202020204" pitchFamily="34" charset="0"/>
              </a:rPr>
              <a:t>Future-Ready Platform</a:t>
            </a:r>
            <a:endParaRPr kumimoji="0" lang="en-US" altLang="en-US" sz="14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0" i="0" u="none" strike="noStrike" cap="none" normalizeH="0" baseline="0" dirty="0">
                <a:ln>
                  <a:noFill/>
                </a:ln>
                <a:effectLst/>
                <a:latin typeface="Arial" panose="020B0604020202020204" pitchFamily="34" charset="0"/>
              </a:rPr>
              <a:t> With scalable design and modular features, this solution can expand as CALCS grows, supporting a unified, accessible student support system for Centennial College.</a:t>
            </a:r>
          </a:p>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400" b="0" i="0" u="none" strike="noStrike" cap="none" normalizeH="0" baseline="0" dirty="0">
              <a:ln>
                <a:noFill/>
              </a:ln>
              <a:effectLst/>
              <a:latin typeface="Arial" panose="020B0604020202020204" pitchFamily="34" charset="0"/>
            </a:endParaRPr>
          </a:p>
        </p:txBody>
      </p:sp>
      <p:cxnSp>
        <p:nvCxnSpPr>
          <p:cNvPr id="13" name="Straight Connector 12">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88248" y="722376"/>
            <a:ext cx="4857267"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88248" y="6144768"/>
            <a:ext cx="48572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19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E097D-DF0A-7131-7512-C6D84FB97E62}"/>
              </a:ext>
            </a:extLst>
          </p:cNvPr>
          <p:cNvSpPr>
            <a:spLocks noGrp="1"/>
          </p:cNvSpPr>
          <p:nvPr>
            <p:ph type="ctrTitle"/>
          </p:nvPr>
        </p:nvSpPr>
        <p:spPr>
          <a:xfrm>
            <a:off x="3286463" y="4856814"/>
            <a:ext cx="4473893" cy="746854"/>
          </a:xfrm>
        </p:spPr>
        <p:txBody>
          <a:bodyPr>
            <a:normAutofit/>
          </a:bodyPr>
          <a:lstStyle/>
          <a:p>
            <a:r>
              <a:rPr lang="en-CA" sz="3500" dirty="0"/>
              <a:t>THANK YOU!</a:t>
            </a:r>
          </a:p>
        </p:txBody>
      </p:sp>
      <p:sp>
        <p:nvSpPr>
          <p:cNvPr id="3" name="Subtitle 2">
            <a:extLst>
              <a:ext uri="{FF2B5EF4-FFF2-40B4-BE49-F238E27FC236}">
                <a16:creationId xmlns:a16="http://schemas.microsoft.com/office/drawing/2014/main" id="{765DBDC5-AC2B-65A6-3A3A-7F1D2D5C4522}"/>
              </a:ext>
            </a:extLst>
          </p:cNvPr>
          <p:cNvSpPr>
            <a:spLocks noGrp="1"/>
          </p:cNvSpPr>
          <p:nvPr>
            <p:ph type="subTitle" idx="1"/>
          </p:nvPr>
        </p:nvSpPr>
        <p:spPr>
          <a:xfrm>
            <a:off x="6034187" y="5850988"/>
            <a:ext cx="1615340" cy="746854"/>
          </a:xfrm>
        </p:spPr>
        <p:txBody>
          <a:bodyPr anchor="ctr">
            <a:normAutofit/>
          </a:bodyPr>
          <a:lstStyle/>
          <a:p>
            <a:pPr algn="r"/>
            <a:endParaRPr lang="en-CA" dirty="0"/>
          </a:p>
        </p:txBody>
      </p:sp>
      <p:pic>
        <p:nvPicPr>
          <p:cNvPr id="7" name="Graphic 6" descr="Handshake">
            <a:extLst>
              <a:ext uri="{FF2B5EF4-FFF2-40B4-BE49-F238E27FC236}">
                <a16:creationId xmlns:a16="http://schemas.microsoft.com/office/drawing/2014/main" id="{BAB627E5-219C-01AC-44D2-CA7FC52CA3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73762" y="406400"/>
            <a:ext cx="5196474" cy="5196474"/>
          </a:xfrm>
          <a:prstGeom prst="rect">
            <a:avLst/>
          </a:prstGeom>
        </p:spPr>
      </p:pic>
    </p:spTree>
    <p:extLst>
      <p:ext uri="{BB962C8B-B14F-4D97-AF65-F5344CB8AC3E}">
        <p14:creationId xmlns:p14="http://schemas.microsoft.com/office/powerpoint/2010/main" val="1050994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245</TotalTime>
  <Words>926</Words>
  <Application>Microsoft Office PowerPoint</Application>
  <PresentationFormat>On-screen Show (4:3)</PresentationFormat>
  <Paragraphs>94</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Calisto MT</vt:lpstr>
      <vt:lpstr>Posterama</vt:lpstr>
      <vt:lpstr>Univers Condensed</vt:lpstr>
      <vt:lpstr>ChronicleVTI</vt:lpstr>
      <vt:lpstr>MENTAL HEALTH AND WELLBEING HACKATHON 2024 (CALCS)</vt:lpstr>
      <vt:lpstr>Agenda</vt:lpstr>
      <vt:lpstr>Introduction</vt:lpstr>
      <vt:lpstr>Challenges</vt:lpstr>
      <vt:lpstr>CHallenge #1: Awareness</vt:lpstr>
      <vt:lpstr>Solution: Increasing Awareness </vt:lpstr>
      <vt:lpstr>Challenge #2: Low Engagement</vt:lpstr>
      <vt:lpstr>SOLUTION: Engagement through Gamification</vt:lpstr>
      <vt:lpstr>CALCS Mindful Passport</vt:lpstr>
      <vt:lpstr>Challenge #3: Hesitancy</vt:lpstr>
      <vt:lpstr>SOLUTION: Accessibility Features and Virtual Support</vt:lpstr>
      <vt:lpstr>Technology STACK and Feasibility</vt:lpstr>
      <vt:lpstr>CALCS Self-Care Stations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Shivam Kaushik</dc:creator>
  <cp:keywords/>
  <dc:description>generated using python-pptx</dc:description>
  <cp:lastModifiedBy>Y T</cp:lastModifiedBy>
  <cp:revision>16</cp:revision>
  <dcterms:created xsi:type="dcterms:W3CDTF">2013-01-27T09:14:16Z</dcterms:created>
  <dcterms:modified xsi:type="dcterms:W3CDTF">2024-12-06T00:52:11Z</dcterms:modified>
  <cp:category/>
</cp:coreProperties>
</file>